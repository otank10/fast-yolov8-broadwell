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5" r:id="rId4"/>
  </p:sldMasterIdLst>
  <p:notesMasterIdLst>
    <p:notesMasterId r:id="rId5"/>
  </p:notesMasterIdLst>
  <p:sldIdLst>
    <p:sldId id="256" r:id="rId7"/>
    <p:sldId id="257" r:id="rId6"/>
    <p:sldId id="258" r:id="rId20"/>
    <p:sldId id="259" r:id="rId21"/>
  </p:sldIdLst>
  <p:sldSz cy="5143500" cx="9144000"/>
  <p:notesSz cx="6858000" cy="9144000"/>
  <p:embeddedFontLst>
    <p:embeddedFont>
      <p:font typeface="Helvetica Neue Light"/>
      <p:regular r:id="rId8"/>
      <p:bold r:id="rId9"/>
      <p:italic r:id="rId10"/>
      <p:boldItalic r:id="rId11"/>
    </p:embeddedFont>
    <p:embeddedFont>
      <p:font typeface="Open Sans Light"/>
      <p:regular r:id="rId12"/>
      <p:bold r:id="rId13"/>
      <p:italic r:id="rId14"/>
      <p:boldItalic r:id="rId15"/>
    </p:embeddedFont>
    <p:embeddedFont>
      <p:font typeface="Open Sans"/>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2.xml"/><Relationship Id="rId7" Type="http://schemas.openxmlformats.org/officeDocument/2006/relationships/slide" Target="slides/slide1.xml"/><Relationship Id="rId8" Type="http://schemas.openxmlformats.org/officeDocument/2006/relationships/font" Target="fonts/HelveticaNeueLight-regular.fntdata"/><Relationship Id="rId9" Type="http://schemas.openxmlformats.org/officeDocument/2006/relationships/font" Target="fonts/HelveticaNeueLight-bold.fntdata"/><Relationship Id="rId10" Type="http://schemas.openxmlformats.org/officeDocument/2006/relationships/font" Target="fonts/HelveticaNeueLight-italic.fntdata"/><Relationship Id="rId11" Type="http://schemas.openxmlformats.org/officeDocument/2006/relationships/font" Target="fonts/HelveticaNeueLight-boldItalic.fntdata"/><Relationship Id="rId12" Type="http://schemas.openxmlformats.org/officeDocument/2006/relationships/font" Target="fonts/OpenSansLight-regular.fntdata"/><Relationship Id="rId13" Type="http://schemas.openxmlformats.org/officeDocument/2006/relationships/font" Target="fonts/OpenSansLight-bold.fntdata"/><Relationship Id="rId14" Type="http://schemas.openxmlformats.org/officeDocument/2006/relationships/font" Target="fonts/OpenSansLight-italic.fntdata"/><Relationship Id="rId15" Type="http://schemas.openxmlformats.org/officeDocument/2006/relationships/font" Target="fonts/OpenSansLight-boldItalic.fntdata"/><Relationship Id="rId16" Type="http://schemas.openxmlformats.org/officeDocument/2006/relationships/font" Target="fonts/OpenSans-regular.fntdata"/><Relationship Id="rId17" Type="http://schemas.openxmlformats.org/officeDocument/2006/relationships/font" Target="fonts/OpenSans-bold.fntdata"/><Relationship Id="rId18" Type="http://schemas.openxmlformats.org/officeDocument/2006/relationships/font" Target="fonts/OpenSans-italic.fntdata"/><Relationship Id="rId19" Type="http://schemas.openxmlformats.org/officeDocument/2006/relationships/font" Target="fonts/OpenSans-boldItalic.fntdata"/><Relationship Id="rId20" Type="http://schemas.openxmlformats.org/officeDocument/2006/relationships/slide" Target="slides/slide3.xml"/><Relationship Id="rId2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Open Sans"/>
                <a:ea typeface="Open Sans"/>
                <a:cs typeface="Open Sans"/>
                <a:sym typeface="Open Sans"/>
              </a:defRPr>
            </a:lvl1pPr>
            <a:lvl2pPr lvl="1" marR="0" rtl="0" algn="l">
              <a:spcBef>
                <a:spcPts val="0"/>
              </a:spcBef>
              <a:spcAft>
                <a:spcPts val="0"/>
              </a:spcAft>
              <a:buSzPts val="1400"/>
              <a:buNone/>
              <a:defRPr b="0" i="0" sz="2400" u="none" cap="none" strike="noStrike">
                <a:solidFill>
                  <a:schemeClr val="dk1"/>
                </a:solidFill>
                <a:latin typeface="Helvetica Neue Light"/>
                <a:ea typeface="Helvetica Neue Light"/>
                <a:cs typeface="Helvetica Neue Light"/>
                <a:sym typeface="Helvetica Neue Light"/>
              </a:defRPr>
            </a:lvl2pPr>
            <a:lvl3pPr lvl="2" marR="0" rtl="0" algn="l">
              <a:spcBef>
                <a:spcPts val="0"/>
              </a:spcBef>
              <a:spcAft>
                <a:spcPts val="0"/>
              </a:spcAft>
              <a:buSzPts val="1400"/>
              <a:buNone/>
              <a:defRPr b="0" i="0" sz="2400" u="none" cap="none" strike="noStrike">
                <a:solidFill>
                  <a:schemeClr val="dk1"/>
                </a:solidFill>
                <a:latin typeface="Helvetica Neue Light"/>
                <a:ea typeface="Helvetica Neue Light"/>
                <a:cs typeface="Helvetica Neue Light"/>
                <a:sym typeface="Helvetica Neue Light"/>
              </a:defRPr>
            </a:lvl3pPr>
            <a:lvl4pPr lvl="3" marR="0" rtl="0" algn="l">
              <a:spcBef>
                <a:spcPts val="0"/>
              </a:spcBef>
              <a:spcAft>
                <a:spcPts val="0"/>
              </a:spcAft>
              <a:buSzPts val="1400"/>
              <a:buNone/>
              <a:defRPr b="0" i="0" sz="2400" u="none" cap="none" strike="noStrike">
                <a:solidFill>
                  <a:schemeClr val="dk1"/>
                </a:solidFill>
                <a:latin typeface="Helvetica Neue Light"/>
                <a:ea typeface="Helvetica Neue Light"/>
                <a:cs typeface="Helvetica Neue Light"/>
                <a:sym typeface="Helvetica Neue Light"/>
              </a:defRPr>
            </a:lvl4pPr>
            <a:lvl5pPr lvl="4" marR="0" rtl="0" algn="l">
              <a:spcBef>
                <a:spcPts val="0"/>
              </a:spcBef>
              <a:spcAft>
                <a:spcPts val="0"/>
              </a:spcAft>
              <a:buSzPts val="1400"/>
              <a:buNone/>
              <a:defRPr b="0" i="0" sz="2400" u="none" cap="none" strike="noStrike">
                <a:solidFill>
                  <a:schemeClr val="dk1"/>
                </a:solidFill>
                <a:latin typeface="Helvetica Neue Light"/>
                <a:ea typeface="Helvetica Neue Light"/>
                <a:cs typeface="Helvetica Neue Light"/>
                <a:sym typeface="Helvetica Neue Light"/>
              </a:defRPr>
            </a:lvl5pPr>
            <a:lvl6pPr lvl="5" marR="0" rtl="0" algn="l">
              <a:spcBef>
                <a:spcPts val="0"/>
              </a:spcBef>
              <a:spcAft>
                <a:spcPts val="0"/>
              </a:spcAft>
              <a:buSzPts val="1400"/>
              <a:buNone/>
              <a:defRPr b="0" i="0" sz="2400" u="none" cap="none" strike="noStrike">
                <a:solidFill>
                  <a:schemeClr val="dk1"/>
                </a:solidFill>
                <a:latin typeface="Helvetica Neue Light"/>
                <a:ea typeface="Helvetica Neue Light"/>
                <a:cs typeface="Helvetica Neue Light"/>
                <a:sym typeface="Helvetica Neue Light"/>
              </a:defRPr>
            </a:lvl6pPr>
            <a:lvl7pPr lvl="6" marR="0" rtl="0" algn="l">
              <a:spcBef>
                <a:spcPts val="0"/>
              </a:spcBef>
              <a:spcAft>
                <a:spcPts val="0"/>
              </a:spcAft>
              <a:buSzPts val="1400"/>
              <a:buNone/>
              <a:defRPr b="0" i="0" sz="2400" u="none" cap="none" strike="noStrike">
                <a:solidFill>
                  <a:schemeClr val="dk1"/>
                </a:solidFill>
                <a:latin typeface="Helvetica Neue Light"/>
                <a:ea typeface="Helvetica Neue Light"/>
                <a:cs typeface="Helvetica Neue Light"/>
                <a:sym typeface="Helvetica Neue Light"/>
              </a:defRPr>
            </a:lvl7pPr>
            <a:lvl8pPr lvl="7" marR="0" rtl="0" algn="l">
              <a:spcBef>
                <a:spcPts val="0"/>
              </a:spcBef>
              <a:spcAft>
                <a:spcPts val="0"/>
              </a:spcAft>
              <a:buSzPts val="1400"/>
              <a:buNone/>
              <a:defRPr b="0" i="0" sz="2400" u="none" cap="none" strike="noStrike">
                <a:solidFill>
                  <a:schemeClr val="dk1"/>
                </a:solidFill>
                <a:latin typeface="Helvetica Neue Light"/>
                <a:ea typeface="Helvetica Neue Light"/>
                <a:cs typeface="Helvetica Neue Light"/>
                <a:sym typeface="Helvetica Neue Light"/>
              </a:defRPr>
            </a:lvl8pPr>
            <a:lvl9pPr lvl="8" marR="0" rtl="0" algn="l">
              <a:spcBef>
                <a:spcPts val="0"/>
              </a:spcBef>
              <a:spcAft>
                <a:spcPts val="0"/>
              </a:spcAft>
              <a:buSzPts val="1400"/>
              <a:buNone/>
              <a:defRPr b="0" i="0" sz="2400" u="none" cap="none" strike="noStrike">
                <a:solidFill>
                  <a:schemeClr val="dk1"/>
                </a:solidFill>
                <a:latin typeface="Helvetica Neue Light"/>
                <a:ea typeface="Helvetica Neue Light"/>
                <a:cs typeface="Helvetica Neue Light"/>
                <a:sym typeface="Helvetica Neue Light"/>
              </a:defRPr>
            </a:lvl9pPr>
          </a:lstStyle>
          <a:p/>
        </p:txBody>
      </p:sp>
      <p:sp>
        <p:nvSpPr>
          <p:cNvPr id="4" name="Google Shape;4;n"/>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Open Sans"/>
                <a:ea typeface="Open Sans"/>
                <a:cs typeface="Open Sans"/>
                <a:sym typeface="Open Sans"/>
              </a:defRPr>
            </a:lvl1pPr>
            <a:lvl2pPr lvl="1" marR="0" rtl="0" algn="l">
              <a:spcBef>
                <a:spcPts val="0"/>
              </a:spcBef>
              <a:spcAft>
                <a:spcPts val="0"/>
              </a:spcAft>
              <a:buSzPts val="1400"/>
              <a:buNone/>
              <a:defRPr b="0" i="0" sz="2400" u="none" cap="none" strike="noStrike">
                <a:solidFill>
                  <a:schemeClr val="dk1"/>
                </a:solidFill>
                <a:latin typeface="Helvetica Neue Light"/>
                <a:ea typeface="Helvetica Neue Light"/>
                <a:cs typeface="Helvetica Neue Light"/>
                <a:sym typeface="Helvetica Neue Light"/>
              </a:defRPr>
            </a:lvl2pPr>
            <a:lvl3pPr lvl="2" marR="0" rtl="0" algn="l">
              <a:spcBef>
                <a:spcPts val="0"/>
              </a:spcBef>
              <a:spcAft>
                <a:spcPts val="0"/>
              </a:spcAft>
              <a:buSzPts val="1400"/>
              <a:buNone/>
              <a:defRPr b="0" i="0" sz="2400" u="none" cap="none" strike="noStrike">
                <a:solidFill>
                  <a:schemeClr val="dk1"/>
                </a:solidFill>
                <a:latin typeface="Helvetica Neue Light"/>
                <a:ea typeface="Helvetica Neue Light"/>
                <a:cs typeface="Helvetica Neue Light"/>
                <a:sym typeface="Helvetica Neue Light"/>
              </a:defRPr>
            </a:lvl3pPr>
            <a:lvl4pPr lvl="3" marR="0" rtl="0" algn="l">
              <a:spcBef>
                <a:spcPts val="0"/>
              </a:spcBef>
              <a:spcAft>
                <a:spcPts val="0"/>
              </a:spcAft>
              <a:buSzPts val="1400"/>
              <a:buNone/>
              <a:defRPr b="0" i="0" sz="2400" u="none" cap="none" strike="noStrike">
                <a:solidFill>
                  <a:schemeClr val="dk1"/>
                </a:solidFill>
                <a:latin typeface="Helvetica Neue Light"/>
                <a:ea typeface="Helvetica Neue Light"/>
                <a:cs typeface="Helvetica Neue Light"/>
                <a:sym typeface="Helvetica Neue Light"/>
              </a:defRPr>
            </a:lvl4pPr>
            <a:lvl5pPr lvl="4" marR="0" rtl="0" algn="l">
              <a:spcBef>
                <a:spcPts val="0"/>
              </a:spcBef>
              <a:spcAft>
                <a:spcPts val="0"/>
              </a:spcAft>
              <a:buSzPts val="1400"/>
              <a:buNone/>
              <a:defRPr b="0" i="0" sz="2400" u="none" cap="none" strike="noStrike">
                <a:solidFill>
                  <a:schemeClr val="dk1"/>
                </a:solidFill>
                <a:latin typeface="Helvetica Neue Light"/>
                <a:ea typeface="Helvetica Neue Light"/>
                <a:cs typeface="Helvetica Neue Light"/>
                <a:sym typeface="Helvetica Neue Light"/>
              </a:defRPr>
            </a:lvl5pPr>
            <a:lvl6pPr lvl="5" marR="0" rtl="0" algn="l">
              <a:spcBef>
                <a:spcPts val="0"/>
              </a:spcBef>
              <a:spcAft>
                <a:spcPts val="0"/>
              </a:spcAft>
              <a:buSzPts val="1400"/>
              <a:buNone/>
              <a:defRPr b="0" i="0" sz="2400" u="none" cap="none" strike="noStrike">
                <a:solidFill>
                  <a:schemeClr val="dk1"/>
                </a:solidFill>
                <a:latin typeface="Helvetica Neue Light"/>
                <a:ea typeface="Helvetica Neue Light"/>
                <a:cs typeface="Helvetica Neue Light"/>
                <a:sym typeface="Helvetica Neue Light"/>
              </a:defRPr>
            </a:lvl6pPr>
            <a:lvl7pPr lvl="6" marR="0" rtl="0" algn="l">
              <a:spcBef>
                <a:spcPts val="0"/>
              </a:spcBef>
              <a:spcAft>
                <a:spcPts val="0"/>
              </a:spcAft>
              <a:buSzPts val="1400"/>
              <a:buNone/>
              <a:defRPr b="0" i="0" sz="2400" u="none" cap="none" strike="noStrike">
                <a:solidFill>
                  <a:schemeClr val="dk1"/>
                </a:solidFill>
                <a:latin typeface="Helvetica Neue Light"/>
                <a:ea typeface="Helvetica Neue Light"/>
                <a:cs typeface="Helvetica Neue Light"/>
                <a:sym typeface="Helvetica Neue Light"/>
              </a:defRPr>
            </a:lvl7pPr>
            <a:lvl8pPr lvl="7" marR="0" rtl="0" algn="l">
              <a:spcBef>
                <a:spcPts val="0"/>
              </a:spcBef>
              <a:spcAft>
                <a:spcPts val="0"/>
              </a:spcAft>
              <a:buSzPts val="1400"/>
              <a:buNone/>
              <a:defRPr b="0" i="0" sz="2400" u="none" cap="none" strike="noStrike">
                <a:solidFill>
                  <a:schemeClr val="dk1"/>
                </a:solidFill>
                <a:latin typeface="Helvetica Neue Light"/>
                <a:ea typeface="Helvetica Neue Light"/>
                <a:cs typeface="Helvetica Neue Light"/>
                <a:sym typeface="Helvetica Neue Light"/>
              </a:defRPr>
            </a:lvl8pPr>
            <a:lvl9pPr lvl="8" marR="0" rtl="0" algn="l">
              <a:spcBef>
                <a:spcPts val="0"/>
              </a:spcBef>
              <a:spcAft>
                <a:spcPts val="0"/>
              </a:spcAft>
              <a:buSzPts val="1400"/>
              <a:buNone/>
              <a:defRPr b="0" i="0" sz="2400" u="none" cap="none" strike="noStrike">
                <a:solidFill>
                  <a:schemeClr val="dk1"/>
                </a:solidFill>
                <a:latin typeface="Helvetica Neue Light"/>
                <a:ea typeface="Helvetica Neue Light"/>
                <a:cs typeface="Helvetica Neue Light"/>
                <a:sym typeface="Helvetica Neue Light"/>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60"/>
              </a:spcBef>
              <a:spcAft>
                <a:spcPts val="0"/>
              </a:spcAft>
              <a:buSzPts val="1400"/>
              <a:buNone/>
              <a:defRPr b="0" i="0" sz="1200" u="none" cap="none" strike="noStrike">
                <a:solidFill>
                  <a:schemeClr val="dk1"/>
                </a:solidFill>
                <a:latin typeface="Open Sans"/>
                <a:ea typeface="Open Sans"/>
                <a:cs typeface="Open Sans"/>
                <a:sym typeface="Open Sans"/>
              </a:defRPr>
            </a:lvl1pPr>
            <a:lvl2pPr indent="-228600" lvl="1" marL="914400" marR="0" rtl="0" algn="l">
              <a:spcBef>
                <a:spcPts val="360"/>
              </a:spcBef>
              <a:spcAft>
                <a:spcPts val="0"/>
              </a:spcAft>
              <a:buSzPts val="1400"/>
              <a:buNone/>
              <a:defRPr b="0" i="0" sz="1200" u="none" cap="none" strike="noStrike">
                <a:solidFill>
                  <a:schemeClr val="dk1"/>
                </a:solidFill>
                <a:latin typeface="Open Sans"/>
                <a:ea typeface="Open Sans"/>
                <a:cs typeface="Open Sans"/>
                <a:sym typeface="Open Sans"/>
              </a:defRPr>
            </a:lvl2pPr>
            <a:lvl3pPr indent="-228600" lvl="2" marL="1371600" marR="0" rtl="0" algn="l">
              <a:spcBef>
                <a:spcPts val="360"/>
              </a:spcBef>
              <a:spcAft>
                <a:spcPts val="0"/>
              </a:spcAft>
              <a:buSzPts val="1400"/>
              <a:buNone/>
              <a:defRPr b="0" i="0" sz="1200" u="none" cap="none" strike="noStrike">
                <a:solidFill>
                  <a:schemeClr val="dk1"/>
                </a:solidFill>
                <a:latin typeface="Open Sans"/>
                <a:ea typeface="Open Sans"/>
                <a:cs typeface="Open Sans"/>
                <a:sym typeface="Open Sans"/>
              </a:defRPr>
            </a:lvl3pPr>
            <a:lvl4pPr indent="-228600" lvl="3" marL="1828800" marR="0" rtl="0" algn="l">
              <a:spcBef>
                <a:spcPts val="360"/>
              </a:spcBef>
              <a:spcAft>
                <a:spcPts val="0"/>
              </a:spcAft>
              <a:buSzPts val="1400"/>
              <a:buNone/>
              <a:defRPr b="0" i="0" sz="1200" u="none" cap="none" strike="noStrike">
                <a:solidFill>
                  <a:schemeClr val="dk1"/>
                </a:solidFill>
                <a:latin typeface="Open Sans"/>
                <a:ea typeface="Open Sans"/>
                <a:cs typeface="Open Sans"/>
                <a:sym typeface="Open Sans"/>
              </a:defRPr>
            </a:lvl4pPr>
            <a:lvl5pPr indent="-228600" lvl="4" marL="2286000" marR="0" rtl="0" algn="l">
              <a:spcBef>
                <a:spcPts val="360"/>
              </a:spcBef>
              <a:spcAft>
                <a:spcPts val="0"/>
              </a:spcAft>
              <a:buSzPts val="1400"/>
              <a:buNone/>
              <a:defRPr b="0" i="0" sz="1200" u="none" cap="none" strike="noStrike">
                <a:solidFill>
                  <a:schemeClr val="dk1"/>
                </a:solidFill>
                <a:latin typeface="Open Sans"/>
                <a:ea typeface="Open Sans"/>
                <a:cs typeface="Open Sans"/>
                <a:sym typeface="Open Sans"/>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6800"/>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Open Sans"/>
                <a:ea typeface="Open Sans"/>
                <a:cs typeface="Open Sans"/>
                <a:sym typeface="Open Sans"/>
              </a:defRPr>
            </a:lvl1pPr>
            <a:lvl2pPr lvl="1" marR="0" rtl="0" algn="l">
              <a:spcBef>
                <a:spcPts val="0"/>
              </a:spcBef>
              <a:spcAft>
                <a:spcPts val="0"/>
              </a:spcAft>
              <a:buSzPts val="1400"/>
              <a:buNone/>
              <a:defRPr b="0" i="0" sz="2400" u="none" cap="none" strike="noStrike">
                <a:solidFill>
                  <a:schemeClr val="dk1"/>
                </a:solidFill>
                <a:latin typeface="Helvetica Neue Light"/>
                <a:ea typeface="Helvetica Neue Light"/>
                <a:cs typeface="Helvetica Neue Light"/>
                <a:sym typeface="Helvetica Neue Light"/>
              </a:defRPr>
            </a:lvl2pPr>
            <a:lvl3pPr lvl="2" marR="0" rtl="0" algn="l">
              <a:spcBef>
                <a:spcPts val="0"/>
              </a:spcBef>
              <a:spcAft>
                <a:spcPts val="0"/>
              </a:spcAft>
              <a:buSzPts val="1400"/>
              <a:buNone/>
              <a:defRPr b="0" i="0" sz="2400" u="none" cap="none" strike="noStrike">
                <a:solidFill>
                  <a:schemeClr val="dk1"/>
                </a:solidFill>
                <a:latin typeface="Helvetica Neue Light"/>
                <a:ea typeface="Helvetica Neue Light"/>
                <a:cs typeface="Helvetica Neue Light"/>
                <a:sym typeface="Helvetica Neue Light"/>
              </a:defRPr>
            </a:lvl3pPr>
            <a:lvl4pPr lvl="3" marR="0" rtl="0" algn="l">
              <a:spcBef>
                <a:spcPts val="0"/>
              </a:spcBef>
              <a:spcAft>
                <a:spcPts val="0"/>
              </a:spcAft>
              <a:buSzPts val="1400"/>
              <a:buNone/>
              <a:defRPr b="0" i="0" sz="2400" u="none" cap="none" strike="noStrike">
                <a:solidFill>
                  <a:schemeClr val="dk1"/>
                </a:solidFill>
                <a:latin typeface="Helvetica Neue Light"/>
                <a:ea typeface="Helvetica Neue Light"/>
                <a:cs typeface="Helvetica Neue Light"/>
                <a:sym typeface="Helvetica Neue Light"/>
              </a:defRPr>
            </a:lvl4pPr>
            <a:lvl5pPr lvl="4" marR="0" rtl="0" algn="l">
              <a:spcBef>
                <a:spcPts val="0"/>
              </a:spcBef>
              <a:spcAft>
                <a:spcPts val="0"/>
              </a:spcAft>
              <a:buSzPts val="1400"/>
              <a:buNone/>
              <a:defRPr b="0" i="0" sz="2400" u="none" cap="none" strike="noStrike">
                <a:solidFill>
                  <a:schemeClr val="dk1"/>
                </a:solidFill>
                <a:latin typeface="Helvetica Neue Light"/>
                <a:ea typeface="Helvetica Neue Light"/>
                <a:cs typeface="Helvetica Neue Light"/>
                <a:sym typeface="Helvetica Neue Light"/>
              </a:defRPr>
            </a:lvl5pPr>
            <a:lvl6pPr lvl="5" marR="0" rtl="0" algn="l">
              <a:spcBef>
                <a:spcPts val="0"/>
              </a:spcBef>
              <a:spcAft>
                <a:spcPts val="0"/>
              </a:spcAft>
              <a:buSzPts val="1400"/>
              <a:buNone/>
              <a:defRPr b="0" i="0" sz="2400" u="none" cap="none" strike="noStrike">
                <a:solidFill>
                  <a:schemeClr val="dk1"/>
                </a:solidFill>
                <a:latin typeface="Helvetica Neue Light"/>
                <a:ea typeface="Helvetica Neue Light"/>
                <a:cs typeface="Helvetica Neue Light"/>
                <a:sym typeface="Helvetica Neue Light"/>
              </a:defRPr>
            </a:lvl6pPr>
            <a:lvl7pPr lvl="6" marR="0" rtl="0" algn="l">
              <a:spcBef>
                <a:spcPts val="0"/>
              </a:spcBef>
              <a:spcAft>
                <a:spcPts val="0"/>
              </a:spcAft>
              <a:buSzPts val="1400"/>
              <a:buNone/>
              <a:defRPr b="0" i="0" sz="2400" u="none" cap="none" strike="noStrike">
                <a:solidFill>
                  <a:schemeClr val="dk1"/>
                </a:solidFill>
                <a:latin typeface="Helvetica Neue Light"/>
                <a:ea typeface="Helvetica Neue Light"/>
                <a:cs typeface="Helvetica Neue Light"/>
                <a:sym typeface="Helvetica Neue Light"/>
              </a:defRPr>
            </a:lvl7pPr>
            <a:lvl8pPr lvl="7" marR="0" rtl="0" algn="l">
              <a:spcBef>
                <a:spcPts val="0"/>
              </a:spcBef>
              <a:spcAft>
                <a:spcPts val="0"/>
              </a:spcAft>
              <a:buSzPts val="1400"/>
              <a:buNone/>
              <a:defRPr b="0" i="0" sz="2400" u="none" cap="none" strike="noStrike">
                <a:solidFill>
                  <a:schemeClr val="dk1"/>
                </a:solidFill>
                <a:latin typeface="Helvetica Neue Light"/>
                <a:ea typeface="Helvetica Neue Light"/>
                <a:cs typeface="Helvetica Neue Light"/>
                <a:sym typeface="Helvetica Neue Light"/>
              </a:defRPr>
            </a:lvl8pPr>
            <a:lvl9pPr lvl="8" marR="0" rtl="0" algn="l">
              <a:spcBef>
                <a:spcPts val="0"/>
              </a:spcBef>
              <a:spcAft>
                <a:spcPts val="0"/>
              </a:spcAft>
              <a:buSzPts val="1400"/>
              <a:buNone/>
              <a:defRPr b="0" i="0" sz="2400" u="none" cap="none" strike="noStrike">
                <a:solidFill>
                  <a:schemeClr val="dk1"/>
                </a:solidFill>
                <a:latin typeface="Helvetica Neue Light"/>
                <a:ea typeface="Helvetica Neue Light"/>
                <a:cs typeface="Helvetica Neue Light"/>
                <a:sym typeface="Helvetica Neue Light"/>
              </a:defRPr>
            </a:lvl9pPr>
          </a:lstStyle>
          <a:p/>
        </p:txBody>
      </p:sp>
      <p:sp>
        <p:nvSpPr>
          <p:cNvPr id="8" name="Google Shape;8;n"/>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Open Sans"/>
                <a:ea typeface="Open Sans"/>
                <a:cs typeface="Open Sans"/>
                <a:sym typeface="Open Sans"/>
              </a:rPr>
              <a:t>‹#›</a:t>
            </a:fld>
            <a:endParaRPr b="0" i="0" sz="1200" u="none" cap="none" strike="noStrike">
              <a:solidFill>
                <a:schemeClr val="dk1"/>
              </a:solidFill>
              <a:latin typeface="Open Sans"/>
              <a:ea typeface="Open Sans"/>
              <a:cs typeface="Open Sans"/>
              <a:sym typeface="Open Sans"/>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SPPF in model.9 runs three chained 5 by 5, stride 1, pad 2 max-pools on a 128-channel 20 by 20 tensor and concatenates input and the three results. Our microkernel is one 5 by 5 pool of one 8-channel plane: 20 by 20 pixels, 8 channels each. There are no FLOPs, so the unit of work is vmaxps, one instruction that takes the max of 8 channels. On Broadwell vmaxps has a latency of 3 cycles and issues only on port 1, one per cycle, so the peak is 1 vmaxps per cycle. A direct 5 by 5 window is 24 maxes per output. We split it: a max over 5 columns, then over 5 rows, 4 plus 4. Then each row pass shares pair maxes, so it needs 3 per output instead of 4: 6 vmaxps per output, so at best 6 cycles per output vector. Unlike a convolution there is no running sum, so outputs do not depend on each other and we do not need many accumulators to hide latency.</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 One call computes one plane: 20 by 20 pixels times 8 channels, 3200 outputs, 400 output vectors. Each step of the inner loop finishes one output vector, 8 outputs. (b) The inner loop uses 4 of the 16 YMM registers. It needs so few because nothing accumulates: each output is done after 3 vmaxps, and consecutive outputs are independent, so out-of-order execution overlaps them and hides the 3-cycle latency. The limit is port 1, not registers. (c) Inputs: s of i is loaded into a register; s of i plus 1 and s of i plus 2 are read straight from memory as the vmaxps operand. Temporaries: the two previous pair maxes and the new one. Output: the result register, stored right away. These counts are from GCC's generated code for the loop; we write intrinsics and GCC assigns the physical registers.</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 Reuse. Each pair max P of j is computed once and used by two outputs, j and j plus 2, so it stays in a register for two steps: the three pair registers rotate by one each step. Every vmaxps works on 8 channels at once, so one instruction serves 8 outputs. The rows-pass result is written to a temporary plane, and each value there is read by 5 outputs of the columns pass. (e) The code. The plane is in our NCHW8c layout, 8 channels of a pixel in 32 contiguous bytes. Rows pass: for each row, the first two and last two outputs use the clamped window, which is the same as minus-infinity padding; the interior runs the 3-vmaxps step. Columns pass: the same step down each column of the temporary plane, into the output plane.</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Benchmarked like Assignment 2: one plane pooled over and over so it stays in cache, a 2-second warm-up, one pinned core, cycles from the TSC times 3.4 over 2.4. At model.9's 20 by 20 plane: 2775 cycles per call, 6.94 cycles per output vector against the floor of 6, so 0.86 vmaxps per cycle, 86 percent of port 1's peak. Swept over the plane size, it holds about 6.6 cycles per output while the source, temporary and output planes fit in the 32 KB L1, up to 17 by 17. Past that the temporary plane pushes the working set out of L1 and the time per output rises. Keeping only the 5 rows the columns pass needs is the next step. Every result matches a scalar 5 by 5 max exactly, and the full pool matches OpenCV's real model.9 outputs with zero error.</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spTree>
      <p:nvGrpSpPr>
        <p:cNvPr id="20" name="Shape 20"/>
        <p:cNvGrpSpPr/>
        <p:nvPr/>
      </p:nvGrpSpPr>
      <p:grpSpPr>
        <a:xfrm>
          <a:off x="0" y="0"/>
          <a:ext cx="0" cy="0"/>
          <a:chOff x="0" y="0"/>
          <a:chExt cx="0" cy="0"/>
        </a:xfrm>
      </p:grpSpPr>
      <p:sp>
        <p:nvSpPr>
          <p:cNvPr id="21" name="Google Shape;21;p2"/>
          <p:cNvSpPr/>
          <p:nvPr/>
        </p:nvSpPr>
        <p:spPr>
          <a:xfrm>
            <a:off x="0" y="0"/>
            <a:ext cx="9144000" cy="5143500"/>
          </a:xfrm>
          <a:prstGeom prst="rect">
            <a:avLst/>
          </a:prstGeom>
          <a:solidFill>
            <a:srgbClr val="BB002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chemeClr val="dk1"/>
              </a:solidFill>
              <a:latin typeface="Open Sans"/>
              <a:ea typeface="Open Sans"/>
              <a:cs typeface="Open Sans"/>
              <a:sym typeface="Open Sans"/>
            </a:endParaRPr>
          </a:p>
        </p:txBody>
      </p:sp>
      <p:pic>
        <p:nvPicPr>
          <p:cNvPr id="22" name="Google Shape;22;p2"/>
          <p:cNvPicPr preferRelativeResize="0"/>
          <p:nvPr/>
        </p:nvPicPr>
        <p:blipFill rotWithShape="1">
          <a:blip r:embed="rId2">
            <a:alphaModFix/>
          </a:blip>
          <a:srcRect b="0" l="0" r="0" t="0"/>
          <a:stretch/>
        </p:blipFill>
        <p:spPr>
          <a:xfrm>
            <a:off x="2209800" y="895350"/>
            <a:ext cx="3429000" cy="306388"/>
          </a:xfrm>
          <a:prstGeom prst="rect">
            <a:avLst/>
          </a:prstGeom>
          <a:noFill/>
          <a:ln>
            <a:noFill/>
          </a:ln>
        </p:spPr>
      </p:pic>
      <p:pic>
        <p:nvPicPr>
          <p:cNvPr descr="_Plaid-Digital_FINAL-NEW.png" id="23" name="Google Shape;23;p2"/>
          <p:cNvPicPr preferRelativeResize="0"/>
          <p:nvPr/>
        </p:nvPicPr>
        <p:blipFill rotWithShape="1">
          <a:blip r:embed="rId3">
            <a:alphaModFix/>
          </a:blip>
          <a:srcRect b="1990" l="84737" r="4771" t="23988"/>
          <a:stretch/>
        </p:blipFill>
        <p:spPr>
          <a:xfrm>
            <a:off x="457200" y="0"/>
            <a:ext cx="790575" cy="5143500"/>
          </a:xfrm>
          <a:prstGeom prst="rect">
            <a:avLst/>
          </a:prstGeom>
          <a:noFill/>
          <a:ln>
            <a:noFill/>
          </a:ln>
        </p:spPr>
      </p:pic>
      <p:sp>
        <p:nvSpPr>
          <p:cNvPr id="24" name="Google Shape;24;p2"/>
          <p:cNvSpPr/>
          <p:nvPr/>
        </p:nvSpPr>
        <p:spPr>
          <a:xfrm>
            <a:off x="0" y="0"/>
            <a:ext cx="9144000" cy="5143500"/>
          </a:xfrm>
          <a:prstGeom prst="rect">
            <a:avLst/>
          </a:prstGeom>
          <a:solidFill>
            <a:srgbClr val="BB002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chemeClr val="dk1"/>
              </a:solidFill>
              <a:latin typeface="Open Sans"/>
              <a:ea typeface="Open Sans"/>
              <a:cs typeface="Open Sans"/>
              <a:sym typeface="Open Sans"/>
            </a:endParaRPr>
          </a:p>
        </p:txBody>
      </p:sp>
      <p:pic>
        <p:nvPicPr>
          <p:cNvPr id="25" name="Google Shape;25;p2"/>
          <p:cNvPicPr preferRelativeResize="0"/>
          <p:nvPr/>
        </p:nvPicPr>
        <p:blipFill rotWithShape="1">
          <a:blip r:embed="rId2">
            <a:alphaModFix/>
          </a:blip>
          <a:srcRect b="0" l="0" r="0" t="0"/>
          <a:stretch/>
        </p:blipFill>
        <p:spPr>
          <a:xfrm>
            <a:off x="2209800" y="895350"/>
            <a:ext cx="3429000" cy="306388"/>
          </a:xfrm>
          <a:prstGeom prst="rect">
            <a:avLst/>
          </a:prstGeom>
          <a:noFill/>
          <a:ln>
            <a:noFill/>
          </a:ln>
        </p:spPr>
      </p:pic>
      <p:pic>
        <p:nvPicPr>
          <p:cNvPr descr="_Plaid-Digital_FINAL-NEW.png" id="26" name="Google Shape;26;p2"/>
          <p:cNvPicPr preferRelativeResize="0"/>
          <p:nvPr/>
        </p:nvPicPr>
        <p:blipFill rotWithShape="1">
          <a:blip r:embed="rId3">
            <a:alphaModFix/>
          </a:blip>
          <a:srcRect b="1990" l="84737" r="4771" t="23988"/>
          <a:stretch/>
        </p:blipFill>
        <p:spPr>
          <a:xfrm>
            <a:off x="457200" y="0"/>
            <a:ext cx="790575" cy="51435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27" name="Shape 27"/>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28" name="Shape 28"/>
        <p:cNvGrpSpPr/>
        <p:nvPr/>
      </p:nvGrpSpPr>
      <p:grpSpPr>
        <a:xfrm>
          <a:off x="0" y="0"/>
          <a:ext cx="0" cy="0"/>
          <a:chOff x="0" y="0"/>
          <a:chExt cx="0" cy="0"/>
        </a:xfrm>
      </p:grpSpPr>
      <p:sp>
        <p:nvSpPr>
          <p:cNvPr id="29" name="Google Shape;29;p4"/>
          <p:cNvSpPr txBox="1"/>
          <p:nvPr>
            <p:ph type="title"/>
          </p:nvPr>
        </p:nvSpPr>
        <p:spPr>
          <a:xfrm>
            <a:off x="457200" y="361950"/>
            <a:ext cx="8229600" cy="6096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Column">
  <p:cSld name="1 Column">
    <p:spTree>
      <p:nvGrpSpPr>
        <p:cNvPr id="30" name="Shape 30"/>
        <p:cNvGrpSpPr/>
        <p:nvPr/>
      </p:nvGrpSpPr>
      <p:grpSpPr>
        <a:xfrm>
          <a:off x="0" y="0"/>
          <a:ext cx="0" cy="0"/>
          <a:chOff x="0" y="0"/>
          <a:chExt cx="0" cy="0"/>
        </a:xfrm>
      </p:grpSpPr>
      <p:sp>
        <p:nvSpPr>
          <p:cNvPr id="31" name="Google Shape;31;p5"/>
          <p:cNvSpPr txBox="1"/>
          <p:nvPr>
            <p:ph type="title"/>
          </p:nvPr>
        </p:nvSpPr>
        <p:spPr>
          <a:xfrm>
            <a:off x="457200" y="361950"/>
            <a:ext cx="8229600" cy="6096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 type="body"/>
          </p:nvPr>
        </p:nvSpPr>
        <p:spPr>
          <a:xfrm>
            <a:off x="457200" y="1200150"/>
            <a:ext cx="8229600" cy="3429000"/>
          </a:xfrm>
          <a:prstGeom prst="rect">
            <a:avLst/>
          </a:prstGeom>
          <a:noFill/>
          <a:ln>
            <a:noFill/>
          </a:ln>
        </p:spPr>
        <p:txBody>
          <a:bodyPr anchorCtr="0" anchor="t" bIns="45700" lIns="91425" spcFirstLastPara="1" rIns="91425" wrap="square" tIns="45700">
            <a:noAutofit/>
          </a:bodyPr>
          <a:lstStyle>
            <a:lvl1pPr indent="-228600" lvl="0" marL="457200" algn="l">
              <a:spcBef>
                <a:spcPts val="600"/>
              </a:spcBef>
              <a:spcAft>
                <a:spcPts val="0"/>
              </a:spcAft>
              <a:buSzPts val="1400"/>
              <a:buNone/>
              <a:defRPr/>
            </a:lvl1pPr>
            <a:lvl2pPr indent="-354330" lvl="1" marL="914400" algn="l">
              <a:spcBef>
                <a:spcPts val="600"/>
              </a:spcBef>
              <a:spcAft>
                <a:spcPts val="0"/>
              </a:spcAft>
              <a:buClr>
                <a:schemeClr val="dk1"/>
              </a:buClr>
              <a:buSzPts val="1980"/>
              <a:buChar char="•"/>
              <a:defRPr/>
            </a:lvl2pPr>
            <a:lvl3pPr indent="-354330" lvl="2" marL="1371600" algn="l">
              <a:spcBef>
                <a:spcPts val="600"/>
              </a:spcBef>
              <a:spcAft>
                <a:spcPts val="0"/>
              </a:spcAft>
              <a:buClr>
                <a:schemeClr val="dk1"/>
              </a:buClr>
              <a:buSzPts val="1980"/>
              <a:buChar char="–"/>
              <a:defRPr/>
            </a:lvl3pPr>
            <a:lvl4pPr indent="-354330" lvl="3" marL="1828800" algn="l">
              <a:spcBef>
                <a:spcPts val="600"/>
              </a:spcBef>
              <a:spcAft>
                <a:spcPts val="0"/>
              </a:spcAft>
              <a:buClr>
                <a:schemeClr val="dk1"/>
              </a:buClr>
              <a:buSzPts val="1980"/>
              <a:buChar char="•"/>
              <a:defRPr/>
            </a:lvl4pPr>
            <a:lvl5pPr indent="-354330" lvl="4" marL="2286000" algn="l">
              <a:spcBef>
                <a:spcPts val="600"/>
              </a:spcBef>
              <a:spcAft>
                <a:spcPts val="0"/>
              </a:spcAft>
              <a:buClr>
                <a:schemeClr val="dk1"/>
              </a:buClr>
              <a:buSzPts val="198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lumn">
  <p:cSld name="2 Column">
    <p:spTree>
      <p:nvGrpSpPr>
        <p:cNvPr id="33" name="Shape 33"/>
        <p:cNvGrpSpPr/>
        <p:nvPr/>
      </p:nvGrpSpPr>
      <p:grpSpPr>
        <a:xfrm>
          <a:off x="0" y="0"/>
          <a:ext cx="0" cy="0"/>
          <a:chOff x="0" y="0"/>
          <a:chExt cx="0" cy="0"/>
        </a:xfrm>
      </p:grpSpPr>
      <p:sp>
        <p:nvSpPr>
          <p:cNvPr id="34" name="Google Shape;34;p6"/>
          <p:cNvSpPr txBox="1"/>
          <p:nvPr>
            <p:ph type="title"/>
          </p:nvPr>
        </p:nvSpPr>
        <p:spPr>
          <a:xfrm>
            <a:off x="457200" y="361950"/>
            <a:ext cx="8229600" cy="6096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6"/>
          <p:cNvSpPr txBox="1"/>
          <p:nvPr>
            <p:ph idx="1" type="body"/>
          </p:nvPr>
        </p:nvSpPr>
        <p:spPr>
          <a:xfrm>
            <a:off x="457200" y="1200150"/>
            <a:ext cx="3962400" cy="3429000"/>
          </a:xfrm>
          <a:prstGeom prst="rect">
            <a:avLst/>
          </a:prstGeom>
          <a:noFill/>
          <a:ln>
            <a:noFill/>
          </a:ln>
        </p:spPr>
        <p:txBody>
          <a:bodyPr anchorCtr="0" anchor="t" bIns="45700" lIns="91425" spcFirstLastPara="1" rIns="91425" wrap="square" tIns="45700">
            <a:noAutofit/>
          </a:bodyPr>
          <a:lstStyle>
            <a:lvl1pPr indent="-228600" lvl="0" marL="457200" algn="l">
              <a:spcBef>
                <a:spcPts val="600"/>
              </a:spcBef>
              <a:spcAft>
                <a:spcPts val="0"/>
              </a:spcAft>
              <a:buSzPts val="1400"/>
              <a:buNone/>
              <a:defRPr/>
            </a:lvl1pPr>
            <a:lvl2pPr indent="-354330" lvl="1" marL="914400" algn="l">
              <a:spcBef>
                <a:spcPts val="600"/>
              </a:spcBef>
              <a:spcAft>
                <a:spcPts val="0"/>
              </a:spcAft>
              <a:buClr>
                <a:schemeClr val="dk1"/>
              </a:buClr>
              <a:buSzPts val="1980"/>
              <a:buChar char="•"/>
              <a:defRPr/>
            </a:lvl2pPr>
            <a:lvl3pPr indent="-354330" lvl="2" marL="1371600" algn="l">
              <a:spcBef>
                <a:spcPts val="600"/>
              </a:spcBef>
              <a:spcAft>
                <a:spcPts val="0"/>
              </a:spcAft>
              <a:buClr>
                <a:schemeClr val="dk1"/>
              </a:buClr>
              <a:buSzPts val="1980"/>
              <a:buChar char="–"/>
              <a:defRPr/>
            </a:lvl3pPr>
            <a:lvl4pPr indent="-354330" lvl="3" marL="1828800" algn="l">
              <a:spcBef>
                <a:spcPts val="600"/>
              </a:spcBef>
              <a:spcAft>
                <a:spcPts val="0"/>
              </a:spcAft>
              <a:buClr>
                <a:schemeClr val="dk1"/>
              </a:buClr>
              <a:buSzPts val="1980"/>
              <a:buChar char="•"/>
              <a:defRPr/>
            </a:lvl4pPr>
            <a:lvl5pPr indent="-354330" lvl="4" marL="2286000" algn="l">
              <a:spcBef>
                <a:spcPts val="600"/>
              </a:spcBef>
              <a:spcAft>
                <a:spcPts val="0"/>
              </a:spcAft>
              <a:buClr>
                <a:schemeClr val="dk1"/>
              </a:buClr>
              <a:buSzPts val="198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6" name="Google Shape;36;p6"/>
          <p:cNvSpPr txBox="1"/>
          <p:nvPr>
            <p:ph idx="2" type="body"/>
          </p:nvPr>
        </p:nvSpPr>
        <p:spPr>
          <a:xfrm>
            <a:off x="4727448" y="1212300"/>
            <a:ext cx="3959352" cy="3429000"/>
          </a:xfrm>
          <a:prstGeom prst="rect">
            <a:avLst/>
          </a:prstGeom>
          <a:noFill/>
          <a:ln>
            <a:noFill/>
          </a:ln>
        </p:spPr>
        <p:txBody>
          <a:bodyPr anchorCtr="0" anchor="t" bIns="45700" lIns="91425" spcFirstLastPara="1" rIns="91425" wrap="square" tIns="45700">
            <a:noAutofit/>
          </a:bodyPr>
          <a:lstStyle>
            <a:lvl1pPr indent="-228600" lvl="0" marL="457200" algn="l">
              <a:spcBef>
                <a:spcPts val="600"/>
              </a:spcBef>
              <a:spcAft>
                <a:spcPts val="0"/>
              </a:spcAft>
              <a:buSzPts val="1400"/>
              <a:buNone/>
              <a:defRPr/>
            </a:lvl1pPr>
            <a:lvl2pPr indent="-354330" lvl="1" marL="914400" algn="l">
              <a:spcBef>
                <a:spcPts val="600"/>
              </a:spcBef>
              <a:spcAft>
                <a:spcPts val="0"/>
              </a:spcAft>
              <a:buClr>
                <a:schemeClr val="dk1"/>
              </a:buClr>
              <a:buSzPts val="1980"/>
              <a:buChar char="•"/>
              <a:defRPr/>
            </a:lvl2pPr>
            <a:lvl3pPr indent="-354330" lvl="2" marL="1371600" algn="l">
              <a:spcBef>
                <a:spcPts val="600"/>
              </a:spcBef>
              <a:spcAft>
                <a:spcPts val="0"/>
              </a:spcAft>
              <a:buClr>
                <a:schemeClr val="dk1"/>
              </a:buClr>
              <a:buSzPts val="1980"/>
              <a:buChar char="–"/>
              <a:defRPr/>
            </a:lvl3pPr>
            <a:lvl4pPr indent="-354330" lvl="3" marL="1828800" algn="l">
              <a:spcBef>
                <a:spcPts val="600"/>
              </a:spcBef>
              <a:spcAft>
                <a:spcPts val="0"/>
              </a:spcAft>
              <a:buClr>
                <a:schemeClr val="dk1"/>
              </a:buClr>
              <a:buSzPts val="1980"/>
              <a:buChar char="•"/>
              <a:defRPr/>
            </a:lvl4pPr>
            <a:lvl5pPr indent="-354330" lvl="4" marL="2286000" algn="l">
              <a:spcBef>
                <a:spcPts val="600"/>
              </a:spcBef>
              <a:spcAft>
                <a:spcPts val="0"/>
              </a:spcAft>
              <a:buClr>
                <a:schemeClr val="dk1"/>
              </a:buClr>
              <a:buSzPts val="198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p:cSld name="3 Column">
    <p:spTree>
      <p:nvGrpSpPr>
        <p:cNvPr id="37" name="Shape 37"/>
        <p:cNvGrpSpPr/>
        <p:nvPr/>
      </p:nvGrpSpPr>
      <p:grpSpPr>
        <a:xfrm>
          <a:off x="0" y="0"/>
          <a:ext cx="0" cy="0"/>
          <a:chOff x="0" y="0"/>
          <a:chExt cx="0" cy="0"/>
        </a:xfrm>
      </p:grpSpPr>
      <p:sp>
        <p:nvSpPr>
          <p:cNvPr id="38" name="Google Shape;38;p7"/>
          <p:cNvSpPr txBox="1"/>
          <p:nvPr>
            <p:ph type="title"/>
          </p:nvPr>
        </p:nvSpPr>
        <p:spPr>
          <a:xfrm>
            <a:off x="457200" y="361950"/>
            <a:ext cx="8229600" cy="6096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7"/>
          <p:cNvSpPr txBox="1"/>
          <p:nvPr>
            <p:ph idx="1" type="body"/>
          </p:nvPr>
        </p:nvSpPr>
        <p:spPr>
          <a:xfrm>
            <a:off x="457200" y="1200150"/>
            <a:ext cx="2590800" cy="3429000"/>
          </a:xfrm>
          <a:prstGeom prst="rect">
            <a:avLst/>
          </a:prstGeom>
          <a:noFill/>
          <a:ln>
            <a:noFill/>
          </a:ln>
        </p:spPr>
        <p:txBody>
          <a:bodyPr anchorCtr="0" anchor="t" bIns="45700" lIns="91425" spcFirstLastPara="1" rIns="91425" wrap="square" tIns="45700">
            <a:noAutofit/>
          </a:bodyPr>
          <a:lstStyle>
            <a:lvl1pPr indent="-228600" lvl="0" marL="457200" algn="l">
              <a:spcBef>
                <a:spcPts val="600"/>
              </a:spcBef>
              <a:spcAft>
                <a:spcPts val="0"/>
              </a:spcAft>
              <a:buSzPts val="1400"/>
              <a:buNone/>
              <a:defRPr/>
            </a:lvl1pPr>
            <a:lvl2pPr indent="-354330" lvl="1" marL="914400" algn="l">
              <a:spcBef>
                <a:spcPts val="600"/>
              </a:spcBef>
              <a:spcAft>
                <a:spcPts val="0"/>
              </a:spcAft>
              <a:buClr>
                <a:schemeClr val="dk1"/>
              </a:buClr>
              <a:buSzPts val="1980"/>
              <a:buChar char="•"/>
              <a:defRPr/>
            </a:lvl2pPr>
            <a:lvl3pPr indent="-354330" lvl="2" marL="1371600" algn="l">
              <a:spcBef>
                <a:spcPts val="600"/>
              </a:spcBef>
              <a:spcAft>
                <a:spcPts val="0"/>
              </a:spcAft>
              <a:buClr>
                <a:schemeClr val="dk1"/>
              </a:buClr>
              <a:buSzPts val="1980"/>
              <a:buChar char="–"/>
              <a:defRPr/>
            </a:lvl3pPr>
            <a:lvl4pPr indent="-354330" lvl="3" marL="1828800" algn="l">
              <a:spcBef>
                <a:spcPts val="600"/>
              </a:spcBef>
              <a:spcAft>
                <a:spcPts val="0"/>
              </a:spcAft>
              <a:buClr>
                <a:schemeClr val="dk1"/>
              </a:buClr>
              <a:buSzPts val="1980"/>
              <a:buChar char="•"/>
              <a:defRPr/>
            </a:lvl4pPr>
            <a:lvl5pPr indent="-354330" lvl="4" marL="2286000" algn="l">
              <a:spcBef>
                <a:spcPts val="600"/>
              </a:spcBef>
              <a:spcAft>
                <a:spcPts val="0"/>
              </a:spcAft>
              <a:buClr>
                <a:schemeClr val="dk1"/>
              </a:buClr>
              <a:buSzPts val="198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0" name="Google Shape;40;p7"/>
          <p:cNvSpPr txBox="1"/>
          <p:nvPr>
            <p:ph idx="2" type="body"/>
          </p:nvPr>
        </p:nvSpPr>
        <p:spPr>
          <a:xfrm>
            <a:off x="3276600" y="1200150"/>
            <a:ext cx="2590800" cy="3429000"/>
          </a:xfrm>
          <a:prstGeom prst="rect">
            <a:avLst/>
          </a:prstGeom>
          <a:noFill/>
          <a:ln>
            <a:noFill/>
          </a:ln>
        </p:spPr>
        <p:txBody>
          <a:bodyPr anchorCtr="0" anchor="t" bIns="45700" lIns="91425" spcFirstLastPara="1" rIns="91425" wrap="square" tIns="45700">
            <a:noAutofit/>
          </a:bodyPr>
          <a:lstStyle>
            <a:lvl1pPr indent="-228600" lvl="0" marL="457200" algn="l">
              <a:spcBef>
                <a:spcPts val="600"/>
              </a:spcBef>
              <a:spcAft>
                <a:spcPts val="0"/>
              </a:spcAft>
              <a:buSzPts val="1400"/>
              <a:buNone/>
              <a:defRPr/>
            </a:lvl1pPr>
            <a:lvl2pPr indent="-354330" lvl="1" marL="914400" algn="l">
              <a:spcBef>
                <a:spcPts val="600"/>
              </a:spcBef>
              <a:spcAft>
                <a:spcPts val="0"/>
              </a:spcAft>
              <a:buClr>
                <a:schemeClr val="dk1"/>
              </a:buClr>
              <a:buSzPts val="1980"/>
              <a:buChar char="•"/>
              <a:defRPr/>
            </a:lvl2pPr>
            <a:lvl3pPr indent="-354330" lvl="2" marL="1371600" algn="l">
              <a:spcBef>
                <a:spcPts val="600"/>
              </a:spcBef>
              <a:spcAft>
                <a:spcPts val="0"/>
              </a:spcAft>
              <a:buClr>
                <a:schemeClr val="dk1"/>
              </a:buClr>
              <a:buSzPts val="1980"/>
              <a:buChar char="–"/>
              <a:defRPr/>
            </a:lvl3pPr>
            <a:lvl4pPr indent="-354330" lvl="3" marL="1828800" algn="l">
              <a:spcBef>
                <a:spcPts val="600"/>
              </a:spcBef>
              <a:spcAft>
                <a:spcPts val="0"/>
              </a:spcAft>
              <a:buClr>
                <a:schemeClr val="dk1"/>
              </a:buClr>
              <a:buSzPts val="1980"/>
              <a:buChar char="•"/>
              <a:defRPr/>
            </a:lvl4pPr>
            <a:lvl5pPr indent="-354330" lvl="4" marL="2286000" algn="l">
              <a:spcBef>
                <a:spcPts val="600"/>
              </a:spcBef>
              <a:spcAft>
                <a:spcPts val="0"/>
              </a:spcAft>
              <a:buClr>
                <a:schemeClr val="dk1"/>
              </a:buClr>
              <a:buSzPts val="198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1" name="Google Shape;41;p7"/>
          <p:cNvSpPr txBox="1"/>
          <p:nvPr>
            <p:ph idx="3" type="body"/>
          </p:nvPr>
        </p:nvSpPr>
        <p:spPr>
          <a:xfrm>
            <a:off x="6096000" y="1200150"/>
            <a:ext cx="2590800" cy="3429000"/>
          </a:xfrm>
          <a:prstGeom prst="rect">
            <a:avLst/>
          </a:prstGeom>
          <a:noFill/>
          <a:ln>
            <a:noFill/>
          </a:ln>
        </p:spPr>
        <p:txBody>
          <a:bodyPr anchorCtr="0" anchor="t" bIns="45700" lIns="91425" spcFirstLastPara="1" rIns="91425" wrap="square" tIns="45700">
            <a:noAutofit/>
          </a:bodyPr>
          <a:lstStyle>
            <a:lvl1pPr indent="-228600" lvl="0" marL="457200" algn="l">
              <a:spcBef>
                <a:spcPts val="600"/>
              </a:spcBef>
              <a:spcAft>
                <a:spcPts val="0"/>
              </a:spcAft>
              <a:buSzPts val="1400"/>
              <a:buNone/>
              <a:defRPr/>
            </a:lvl1pPr>
            <a:lvl2pPr indent="-354330" lvl="1" marL="914400" algn="l">
              <a:spcBef>
                <a:spcPts val="600"/>
              </a:spcBef>
              <a:spcAft>
                <a:spcPts val="0"/>
              </a:spcAft>
              <a:buClr>
                <a:schemeClr val="dk1"/>
              </a:buClr>
              <a:buSzPts val="1980"/>
              <a:buChar char="•"/>
              <a:defRPr/>
            </a:lvl2pPr>
            <a:lvl3pPr indent="-354330" lvl="2" marL="1371600" algn="l">
              <a:spcBef>
                <a:spcPts val="600"/>
              </a:spcBef>
              <a:spcAft>
                <a:spcPts val="0"/>
              </a:spcAft>
              <a:buClr>
                <a:schemeClr val="dk1"/>
              </a:buClr>
              <a:buSzPts val="1980"/>
              <a:buChar char="–"/>
              <a:defRPr/>
            </a:lvl3pPr>
            <a:lvl4pPr indent="-354330" lvl="3" marL="1828800" algn="l">
              <a:spcBef>
                <a:spcPts val="600"/>
              </a:spcBef>
              <a:spcAft>
                <a:spcPts val="0"/>
              </a:spcAft>
              <a:buClr>
                <a:schemeClr val="dk1"/>
              </a:buClr>
              <a:buSzPts val="1980"/>
              <a:buChar char="•"/>
              <a:defRPr/>
            </a:lvl4pPr>
            <a:lvl5pPr indent="-354330" lvl="4" marL="2286000" algn="l">
              <a:spcBef>
                <a:spcPts val="600"/>
              </a:spcBef>
              <a:spcAft>
                <a:spcPts val="0"/>
              </a:spcAft>
              <a:buClr>
                <a:schemeClr val="dk1"/>
              </a:buClr>
              <a:buSzPts val="198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Column">
  <p:cSld name="4 Column">
    <p:spTree>
      <p:nvGrpSpPr>
        <p:cNvPr id="42" name="Shape 42"/>
        <p:cNvGrpSpPr/>
        <p:nvPr/>
      </p:nvGrpSpPr>
      <p:grpSpPr>
        <a:xfrm>
          <a:off x="0" y="0"/>
          <a:ext cx="0" cy="0"/>
          <a:chOff x="0" y="0"/>
          <a:chExt cx="0" cy="0"/>
        </a:xfrm>
      </p:grpSpPr>
      <p:sp>
        <p:nvSpPr>
          <p:cNvPr id="43" name="Google Shape;43;p8"/>
          <p:cNvSpPr txBox="1"/>
          <p:nvPr>
            <p:ph type="title"/>
          </p:nvPr>
        </p:nvSpPr>
        <p:spPr>
          <a:xfrm>
            <a:off x="457200" y="361950"/>
            <a:ext cx="8229600" cy="6096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8"/>
          <p:cNvSpPr txBox="1"/>
          <p:nvPr>
            <p:ph idx="1" type="body"/>
          </p:nvPr>
        </p:nvSpPr>
        <p:spPr>
          <a:xfrm>
            <a:off x="457200" y="1200150"/>
            <a:ext cx="1905000" cy="3429000"/>
          </a:xfrm>
          <a:prstGeom prst="rect">
            <a:avLst/>
          </a:prstGeom>
          <a:noFill/>
          <a:ln>
            <a:noFill/>
          </a:ln>
        </p:spPr>
        <p:txBody>
          <a:bodyPr anchorCtr="0" anchor="t" bIns="45700" lIns="91425" spcFirstLastPara="1" rIns="91425" wrap="square" tIns="45700">
            <a:noAutofit/>
          </a:bodyPr>
          <a:lstStyle>
            <a:lvl1pPr indent="-228600" lvl="0" marL="457200" algn="l">
              <a:spcBef>
                <a:spcPts val="600"/>
              </a:spcBef>
              <a:spcAft>
                <a:spcPts val="0"/>
              </a:spcAft>
              <a:buSzPts val="1400"/>
              <a:buNone/>
              <a:defRPr/>
            </a:lvl1pPr>
            <a:lvl2pPr indent="-354330" lvl="1" marL="914400" algn="l">
              <a:spcBef>
                <a:spcPts val="600"/>
              </a:spcBef>
              <a:spcAft>
                <a:spcPts val="0"/>
              </a:spcAft>
              <a:buClr>
                <a:schemeClr val="dk1"/>
              </a:buClr>
              <a:buSzPts val="1980"/>
              <a:buChar char="•"/>
              <a:defRPr/>
            </a:lvl2pPr>
            <a:lvl3pPr indent="-354330" lvl="2" marL="1371600" algn="l">
              <a:spcBef>
                <a:spcPts val="600"/>
              </a:spcBef>
              <a:spcAft>
                <a:spcPts val="0"/>
              </a:spcAft>
              <a:buClr>
                <a:schemeClr val="dk1"/>
              </a:buClr>
              <a:buSzPts val="1980"/>
              <a:buChar char="–"/>
              <a:defRPr/>
            </a:lvl3pPr>
            <a:lvl4pPr indent="-354330" lvl="3" marL="1828800" algn="l">
              <a:spcBef>
                <a:spcPts val="600"/>
              </a:spcBef>
              <a:spcAft>
                <a:spcPts val="0"/>
              </a:spcAft>
              <a:buClr>
                <a:schemeClr val="dk1"/>
              </a:buClr>
              <a:buSzPts val="1980"/>
              <a:buChar char="•"/>
              <a:defRPr/>
            </a:lvl4pPr>
            <a:lvl5pPr indent="-354330" lvl="4" marL="2286000" algn="l">
              <a:spcBef>
                <a:spcPts val="600"/>
              </a:spcBef>
              <a:spcAft>
                <a:spcPts val="0"/>
              </a:spcAft>
              <a:buClr>
                <a:schemeClr val="dk1"/>
              </a:buClr>
              <a:buSzPts val="198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5" name="Google Shape;45;p8"/>
          <p:cNvSpPr txBox="1"/>
          <p:nvPr>
            <p:ph idx="2" type="body"/>
          </p:nvPr>
        </p:nvSpPr>
        <p:spPr>
          <a:xfrm>
            <a:off x="2565400" y="1200150"/>
            <a:ext cx="1905000" cy="3429000"/>
          </a:xfrm>
          <a:prstGeom prst="rect">
            <a:avLst/>
          </a:prstGeom>
          <a:noFill/>
          <a:ln>
            <a:noFill/>
          </a:ln>
        </p:spPr>
        <p:txBody>
          <a:bodyPr anchorCtr="0" anchor="t" bIns="45700" lIns="91425" spcFirstLastPara="1" rIns="91425" wrap="square" tIns="45700">
            <a:noAutofit/>
          </a:bodyPr>
          <a:lstStyle>
            <a:lvl1pPr indent="-228600" lvl="0" marL="457200" algn="l">
              <a:spcBef>
                <a:spcPts val="600"/>
              </a:spcBef>
              <a:spcAft>
                <a:spcPts val="0"/>
              </a:spcAft>
              <a:buSzPts val="1400"/>
              <a:buNone/>
              <a:defRPr/>
            </a:lvl1pPr>
            <a:lvl2pPr indent="-354330" lvl="1" marL="914400" algn="l">
              <a:spcBef>
                <a:spcPts val="600"/>
              </a:spcBef>
              <a:spcAft>
                <a:spcPts val="0"/>
              </a:spcAft>
              <a:buClr>
                <a:schemeClr val="dk1"/>
              </a:buClr>
              <a:buSzPts val="1980"/>
              <a:buChar char="•"/>
              <a:defRPr/>
            </a:lvl2pPr>
            <a:lvl3pPr indent="-354330" lvl="2" marL="1371600" algn="l">
              <a:spcBef>
                <a:spcPts val="600"/>
              </a:spcBef>
              <a:spcAft>
                <a:spcPts val="0"/>
              </a:spcAft>
              <a:buClr>
                <a:schemeClr val="dk1"/>
              </a:buClr>
              <a:buSzPts val="1980"/>
              <a:buChar char="–"/>
              <a:defRPr/>
            </a:lvl3pPr>
            <a:lvl4pPr indent="-354330" lvl="3" marL="1828800" algn="l">
              <a:spcBef>
                <a:spcPts val="600"/>
              </a:spcBef>
              <a:spcAft>
                <a:spcPts val="0"/>
              </a:spcAft>
              <a:buClr>
                <a:schemeClr val="dk1"/>
              </a:buClr>
              <a:buSzPts val="1980"/>
              <a:buChar char="•"/>
              <a:defRPr/>
            </a:lvl4pPr>
            <a:lvl5pPr indent="-354330" lvl="4" marL="2286000" algn="l">
              <a:spcBef>
                <a:spcPts val="600"/>
              </a:spcBef>
              <a:spcAft>
                <a:spcPts val="0"/>
              </a:spcAft>
              <a:buClr>
                <a:schemeClr val="dk1"/>
              </a:buClr>
              <a:buSzPts val="198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6" name="Google Shape;46;p8"/>
          <p:cNvSpPr txBox="1"/>
          <p:nvPr>
            <p:ph idx="3" type="body"/>
          </p:nvPr>
        </p:nvSpPr>
        <p:spPr>
          <a:xfrm>
            <a:off x="4673600" y="1200150"/>
            <a:ext cx="1905000" cy="3429000"/>
          </a:xfrm>
          <a:prstGeom prst="rect">
            <a:avLst/>
          </a:prstGeom>
          <a:noFill/>
          <a:ln>
            <a:noFill/>
          </a:ln>
        </p:spPr>
        <p:txBody>
          <a:bodyPr anchorCtr="0" anchor="t" bIns="45700" lIns="91425" spcFirstLastPara="1" rIns="91425" wrap="square" tIns="45700">
            <a:noAutofit/>
          </a:bodyPr>
          <a:lstStyle>
            <a:lvl1pPr indent="-228600" lvl="0" marL="457200" algn="l">
              <a:spcBef>
                <a:spcPts val="600"/>
              </a:spcBef>
              <a:spcAft>
                <a:spcPts val="0"/>
              </a:spcAft>
              <a:buSzPts val="1400"/>
              <a:buNone/>
              <a:defRPr/>
            </a:lvl1pPr>
            <a:lvl2pPr indent="-354330" lvl="1" marL="914400" algn="l">
              <a:spcBef>
                <a:spcPts val="600"/>
              </a:spcBef>
              <a:spcAft>
                <a:spcPts val="0"/>
              </a:spcAft>
              <a:buClr>
                <a:schemeClr val="dk1"/>
              </a:buClr>
              <a:buSzPts val="1980"/>
              <a:buChar char="•"/>
              <a:defRPr/>
            </a:lvl2pPr>
            <a:lvl3pPr indent="-354330" lvl="2" marL="1371600" algn="l">
              <a:spcBef>
                <a:spcPts val="600"/>
              </a:spcBef>
              <a:spcAft>
                <a:spcPts val="0"/>
              </a:spcAft>
              <a:buClr>
                <a:schemeClr val="dk1"/>
              </a:buClr>
              <a:buSzPts val="1980"/>
              <a:buChar char="–"/>
              <a:defRPr/>
            </a:lvl3pPr>
            <a:lvl4pPr indent="-354330" lvl="3" marL="1828800" algn="l">
              <a:spcBef>
                <a:spcPts val="600"/>
              </a:spcBef>
              <a:spcAft>
                <a:spcPts val="0"/>
              </a:spcAft>
              <a:buClr>
                <a:schemeClr val="dk1"/>
              </a:buClr>
              <a:buSzPts val="1980"/>
              <a:buChar char="•"/>
              <a:defRPr/>
            </a:lvl4pPr>
            <a:lvl5pPr indent="-354330" lvl="4" marL="2286000" algn="l">
              <a:spcBef>
                <a:spcPts val="600"/>
              </a:spcBef>
              <a:spcAft>
                <a:spcPts val="0"/>
              </a:spcAft>
              <a:buClr>
                <a:schemeClr val="dk1"/>
              </a:buClr>
              <a:buSzPts val="198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7" name="Google Shape;47;p8"/>
          <p:cNvSpPr txBox="1"/>
          <p:nvPr>
            <p:ph idx="4" type="body"/>
          </p:nvPr>
        </p:nvSpPr>
        <p:spPr>
          <a:xfrm>
            <a:off x="6781800" y="1200150"/>
            <a:ext cx="1905000" cy="3429000"/>
          </a:xfrm>
          <a:prstGeom prst="rect">
            <a:avLst/>
          </a:prstGeom>
          <a:noFill/>
          <a:ln>
            <a:noFill/>
          </a:ln>
        </p:spPr>
        <p:txBody>
          <a:bodyPr anchorCtr="0" anchor="t" bIns="45700" lIns="91425" spcFirstLastPara="1" rIns="91425" wrap="square" tIns="45700">
            <a:noAutofit/>
          </a:bodyPr>
          <a:lstStyle>
            <a:lvl1pPr indent="-228600" lvl="0" marL="457200" algn="l">
              <a:spcBef>
                <a:spcPts val="600"/>
              </a:spcBef>
              <a:spcAft>
                <a:spcPts val="0"/>
              </a:spcAft>
              <a:buSzPts val="1400"/>
              <a:buNone/>
              <a:defRPr/>
            </a:lvl1pPr>
            <a:lvl2pPr indent="-354330" lvl="1" marL="914400" algn="l">
              <a:spcBef>
                <a:spcPts val="600"/>
              </a:spcBef>
              <a:spcAft>
                <a:spcPts val="0"/>
              </a:spcAft>
              <a:buClr>
                <a:schemeClr val="dk1"/>
              </a:buClr>
              <a:buSzPts val="1980"/>
              <a:buChar char="•"/>
              <a:defRPr/>
            </a:lvl2pPr>
            <a:lvl3pPr indent="-354330" lvl="2" marL="1371600" algn="l">
              <a:spcBef>
                <a:spcPts val="600"/>
              </a:spcBef>
              <a:spcAft>
                <a:spcPts val="0"/>
              </a:spcAft>
              <a:buClr>
                <a:schemeClr val="dk1"/>
              </a:buClr>
              <a:buSzPts val="1980"/>
              <a:buChar char="–"/>
              <a:defRPr/>
            </a:lvl3pPr>
            <a:lvl4pPr indent="-354330" lvl="3" marL="1828800" algn="l">
              <a:spcBef>
                <a:spcPts val="600"/>
              </a:spcBef>
              <a:spcAft>
                <a:spcPts val="0"/>
              </a:spcAft>
              <a:buClr>
                <a:schemeClr val="dk1"/>
              </a:buClr>
              <a:buSzPts val="1980"/>
              <a:buChar char="•"/>
              <a:defRPr/>
            </a:lvl4pPr>
            <a:lvl5pPr indent="-354330" lvl="4" marL="2286000" algn="l">
              <a:spcBef>
                <a:spcPts val="600"/>
              </a:spcBef>
              <a:spcAft>
                <a:spcPts val="0"/>
              </a:spcAft>
              <a:buClr>
                <a:schemeClr val="dk1"/>
              </a:buClr>
              <a:buSzPts val="198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descr="_Plaid-Digital_FINAL-NEW.png" id="10" name="Google Shape;10;p1"/>
          <p:cNvPicPr preferRelativeResize="0"/>
          <p:nvPr/>
        </p:nvPicPr>
        <p:blipFill rotWithShape="1">
          <a:blip r:embed="rId1">
            <a:alphaModFix/>
          </a:blip>
          <a:srcRect b="2893" l="59550" r="39888" t="20876"/>
          <a:stretch/>
        </p:blipFill>
        <p:spPr>
          <a:xfrm rot="5400000">
            <a:off x="3798887" y="1046163"/>
            <a:ext cx="60325" cy="7658100"/>
          </a:xfrm>
          <a:prstGeom prst="rect">
            <a:avLst/>
          </a:prstGeom>
          <a:noFill/>
          <a:ln>
            <a:noFill/>
          </a:ln>
        </p:spPr>
      </p:pic>
      <p:pic>
        <p:nvPicPr>
          <p:cNvPr descr="_Plaid-Digital_FINAL-NEW.png" id="11" name="Google Shape;11;p1"/>
          <p:cNvPicPr preferRelativeResize="0"/>
          <p:nvPr/>
        </p:nvPicPr>
        <p:blipFill rotWithShape="1">
          <a:blip r:embed="rId1">
            <a:alphaModFix/>
          </a:blip>
          <a:srcRect b="2893" l="59550" r="39888" t="20876"/>
          <a:stretch/>
        </p:blipFill>
        <p:spPr>
          <a:xfrm rot="5400000">
            <a:off x="3798887" y="1046163"/>
            <a:ext cx="60325" cy="7658100"/>
          </a:xfrm>
          <a:prstGeom prst="rect">
            <a:avLst/>
          </a:prstGeom>
          <a:noFill/>
          <a:ln>
            <a:noFill/>
          </a:ln>
        </p:spPr>
      </p:pic>
      <p:sp>
        <p:nvSpPr>
          <p:cNvPr id="12" name="Google Shape;12;p1"/>
          <p:cNvSpPr txBox="1"/>
          <p:nvPr>
            <p:ph type="title"/>
          </p:nvPr>
        </p:nvSpPr>
        <p:spPr>
          <a:xfrm>
            <a:off x="457200" y="361950"/>
            <a:ext cx="8229600" cy="6096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2400" u="none" cap="none" strike="noStrike">
                <a:solidFill>
                  <a:schemeClr val="dk1"/>
                </a:solidFill>
                <a:latin typeface="Open Sans"/>
                <a:ea typeface="Open Sans"/>
                <a:cs typeface="Open Sans"/>
                <a:sym typeface="Open Sans"/>
              </a:defRPr>
            </a:lvl1pPr>
            <a:lvl2pPr lvl="1" marR="0" rtl="0" algn="l">
              <a:spcBef>
                <a:spcPts val="0"/>
              </a:spcBef>
              <a:spcAft>
                <a:spcPts val="0"/>
              </a:spcAft>
              <a:buSzPts val="1400"/>
              <a:buNone/>
              <a:defRPr b="1" i="0" sz="2400" u="none" cap="none" strike="noStrike">
                <a:solidFill>
                  <a:schemeClr val="dk1"/>
                </a:solidFill>
                <a:latin typeface="Open Sans"/>
                <a:ea typeface="Open Sans"/>
                <a:cs typeface="Open Sans"/>
                <a:sym typeface="Open Sans"/>
              </a:defRPr>
            </a:lvl2pPr>
            <a:lvl3pPr lvl="2" marR="0" rtl="0" algn="l">
              <a:spcBef>
                <a:spcPts val="0"/>
              </a:spcBef>
              <a:spcAft>
                <a:spcPts val="0"/>
              </a:spcAft>
              <a:buSzPts val="1400"/>
              <a:buNone/>
              <a:defRPr b="1" i="0" sz="2400" u="none" cap="none" strike="noStrike">
                <a:solidFill>
                  <a:schemeClr val="dk1"/>
                </a:solidFill>
                <a:latin typeface="Open Sans"/>
                <a:ea typeface="Open Sans"/>
                <a:cs typeface="Open Sans"/>
                <a:sym typeface="Open Sans"/>
              </a:defRPr>
            </a:lvl3pPr>
            <a:lvl4pPr lvl="3" marR="0" rtl="0" algn="l">
              <a:spcBef>
                <a:spcPts val="0"/>
              </a:spcBef>
              <a:spcAft>
                <a:spcPts val="0"/>
              </a:spcAft>
              <a:buSzPts val="1400"/>
              <a:buNone/>
              <a:defRPr b="1" i="0" sz="2400" u="none" cap="none" strike="noStrike">
                <a:solidFill>
                  <a:schemeClr val="dk1"/>
                </a:solidFill>
                <a:latin typeface="Open Sans"/>
                <a:ea typeface="Open Sans"/>
                <a:cs typeface="Open Sans"/>
                <a:sym typeface="Open Sans"/>
              </a:defRPr>
            </a:lvl4pPr>
            <a:lvl5pPr lvl="4" marR="0" rtl="0" algn="l">
              <a:spcBef>
                <a:spcPts val="0"/>
              </a:spcBef>
              <a:spcAft>
                <a:spcPts val="0"/>
              </a:spcAft>
              <a:buSzPts val="1400"/>
              <a:buNone/>
              <a:defRPr b="1" i="0" sz="2400" u="none" cap="none" strike="noStrike">
                <a:solidFill>
                  <a:schemeClr val="dk1"/>
                </a:solidFill>
                <a:latin typeface="Open Sans"/>
                <a:ea typeface="Open Sans"/>
                <a:cs typeface="Open Sans"/>
                <a:sym typeface="Open Sans"/>
              </a:defRPr>
            </a:lvl5pPr>
            <a:lvl6pPr lvl="5" marR="0" rtl="0" algn="l">
              <a:spcBef>
                <a:spcPts val="0"/>
              </a:spcBef>
              <a:spcAft>
                <a:spcPts val="0"/>
              </a:spcAft>
              <a:buSzPts val="1400"/>
              <a:buNone/>
              <a:defRPr b="0" i="0" sz="4200" u="none" cap="none" strike="noStrike">
                <a:solidFill>
                  <a:schemeClr val="dk2"/>
                </a:solidFill>
                <a:latin typeface="Times"/>
                <a:ea typeface="Times"/>
                <a:cs typeface="Times"/>
                <a:sym typeface="Times"/>
              </a:defRPr>
            </a:lvl6pPr>
            <a:lvl7pPr lvl="6" marR="0" rtl="0" algn="l">
              <a:spcBef>
                <a:spcPts val="0"/>
              </a:spcBef>
              <a:spcAft>
                <a:spcPts val="0"/>
              </a:spcAft>
              <a:buSzPts val="1400"/>
              <a:buNone/>
              <a:defRPr b="0" i="0" sz="4200" u="none" cap="none" strike="noStrike">
                <a:solidFill>
                  <a:schemeClr val="dk2"/>
                </a:solidFill>
                <a:latin typeface="Times"/>
                <a:ea typeface="Times"/>
                <a:cs typeface="Times"/>
                <a:sym typeface="Times"/>
              </a:defRPr>
            </a:lvl7pPr>
            <a:lvl8pPr lvl="7" marR="0" rtl="0" algn="l">
              <a:spcBef>
                <a:spcPts val="0"/>
              </a:spcBef>
              <a:spcAft>
                <a:spcPts val="0"/>
              </a:spcAft>
              <a:buSzPts val="1400"/>
              <a:buNone/>
              <a:defRPr b="0" i="0" sz="4200" u="none" cap="none" strike="noStrike">
                <a:solidFill>
                  <a:schemeClr val="dk2"/>
                </a:solidFill>
                <a:latin typeface="Times"/>
                <a:ea typeface="Times"/>
                <a:cs typeface="Times"/>
                <a:sym typeface="Times"/>
              </a:defRPr>
            </a:lvl8pPr>
            <a:lvl9pPr lvl="8" marR="0" rtl="0" algn="l">
              <a:spcBef>
                <a:spcPts val="0"/>
              </a:spcBef>
              <a:spcAft>
                <a:spcPts val="0"/>
              </a:spcAft>
              <a:buSzPts val="1400"/>
              <a:buNone/>
              <a:defRPr b="0" i="0" sz="4200" u="none" cap="none" strike="noStrike">
                <a:solidFill>
                  <a:schemeClr val="dk2"/>
                </a:solidFill>
                <a:latin typeface="Times"/>
                <a:ea typeface="Times"/>
                <a:cs typeface="Times"/>
                <a:sym typeface="Times"/>
              </a:defRPr>
            </a:lvl9pPr>
          </a:lstStyle>
          <a:p/>
        </p:txBody>
      </p:sp>
      <p:sp>
        <p:nvSpPr>
          <p:cNvPr id="13" name="Google Shape;13;p1"/>
          <p:cNvSpPr txBox="1"/>
          <p:nvPr>
            <p:ph idx="1" type="body"/>
          </p:nvPr>
        </p:nvSpPr>
        <p:spPr>
          <a:xfrm>
            <a:off x="457200" y="1200150"/>
            <a:ext cx="8229600" cy="35052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600"/>
              </a:spcBef>
              <a:spcAft>
                <a:spcPts val="0"/>
              </a:spcAft>
              <a:buSzPts val="1400"/>
              <a:buNone/>
              <a:defRPr b="0" i="0" sz="1400" u="none" cap="none" strike="noStrike">
                <a:solidFill>
                  <a:schemeClr val="dk1"/>
                </a:solidFill>
                <a:latin typeface="Open Sans"/>
                <a:ea typeface="Open Sans"/>
                <a:cs typeface="Open Sans"/>
                <a:sym typeface="Open Sans"/>
              </a:defRPr>
            </a:lvl1pPr>
            <a:lvl2pPr indent="-326390" lvl="1" marL="914400" marR="0" rtl="0" algn="l">
              <a:spcBef>
                <a:spcPts val="600"/>
              </a:spcBef>
              <a:spcAft>
                <a:spcPts val="0"/>
              </a:spcAft>
              <a:buClr>
                <a:schemeClr val="dk1"/>
              </a:buClr>
              <a:buSzPts val="1540"/>
              <a:buFont typeface="Arial"/>
              <a:buChar char="•"/>
              <a:defRPr b="0" i="0" sz="1400" u="none" cap="none" strike="noStrike">
                <a:solidFill>
                  <a:schemeClr val="dk1"/>
                </a:solidFill>
                <a:latin typeface="Open Sans"/>
                <a:ea typeface="Open Sans"/>
                <a:cs typeface="Open Sans"/>
                <a:sym typeface="Open Sans"/>
              </a:defRPr>
            </a:lvl2pPr>
            <a:lvl3pPr indent="-326390" lvl="2" marL="1371600" marR="0" rtl="0" algn="l">
              <a:spcBef>
                <a:spcPts val="600"/>
              </a:spcBef>
              <a:spcAft>
                <a:spcPts val="0"/>
              </a:spcAft>
              <a:buClr>
                <a:schemeClr val="dk1"/>
              </a:buClr>
              <a:buSzPts val="1540"/>
              <a:buFont typeface="Arial"/>
              <a:buChar char="–"/>
              <a:defRPr b="0" i="1" sz="1400" u="none" cap="none" strike="noStrike">
                <a:solidFill>
                  <a:schemeClr val="dk1"/>
                </a:solidFill>
                <a:latin typeface="Open Sans"/>
                <a:ea typeface="Open Sans"/>
                <a:cs typeface="Open Sans"/>
                <a:sym typeface="Open Sans"/>
              </a:defRPr>
            </a:lvl3pPr>
            <a:lvl4pPr indent="-326390" lvl="3" marL="1828800" marR="0" rtl="0" algn="l">
              <a:spcBef>
                <a:spcPts val="600"/>
              </a:spcBef>
              <a:spcAft>
                <a:spcPts val="0"/>
              </a:spcAft>
              <a:buClr>
                <a:schemeClr val="dk1"/>
              </a:buClr>
              <a:buSzPts val="1540"/>
              <a:buFont typeface="Arial"/>
              <a:buChar char="•"/>
              <a:defRPr b="0" i="0" sz="1400" u="none" cap="none" strike="noStrike">
                <a:solidFill>
                  <a:schemeClr val="dk1"/>
                </a:solidFill>
                <a:latin typeface="Open Sans"/>
                <a:ea typeface="Open Sans"/>
                <a:cs typeface="Open Sans"/>
                <a:sym typeface="Open Sans"/>
              </a:defRPr>
            </a:lvl4pPr>
            <a:lvl5pPr indent="-326390" lvl="4" marL="2286000" marR="0" rtl="0" algn="l">
              <a:spcBef>
                <a:spcPts val="600"/>
              </a:spcBef>
              <a:spcAft>
                <a:spcPts val="0"/>
              </a:spcAft>
              <a:buClr>
                <a:schemeClr val="dk1"/>
              </a:buClr>
              <a:buSzPts val="1540"/>
              <a:buFont typeface="Arial"/>
              <a:buChar char="–"/>
              <a:defRPr b="0" i="1" sz="1400" u="none" cap="none" strike="noStrike">
                <a:solidFill>
                  <a:schemeClr val="dk1"/>
                </a:solidFill>
                <a:latin typeface="Open Sans"/>
                <a:ea typeface="Open Sans"/>
                <a:cs typeface="Open Sans"/>
                <a:sym typeface="Open Sans"/>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pic>
        <p:nvPicPr>
          <p:cNvPr id="14" name="Google Shape;14;p1"/>
          <p:cNvPicPr preferRelativeResize="0"/>
          <p:nvPr/>
        </p:nvPicPr>
        <p:blipFill rotWithShape="1">
          <a:blip r:embed="rId2">
            <a:alphaModFix/>
          </a:blip>
          <a:srcRect b="0" l="0" r="0" t="0"/>
          <a:stretch/>
        </p:blipFill>
        <p:spPr>
          <a:xfrm>
            <a:off x="7772400" y="4248150"/>
            <a:ext cx="1154590" cy="736392"/>
          </a:xfrm>
          <a:prstGeom prst="rect">
            <a:avLst/>
          </a:prstGeom>
          <a:noFill/>
          <a:ln>
            <a:noFill/>
          </a:ln>
        </p:spPr>
      </p:pic>
      <p:sp>
        <p:nvSpPr>
          <p:cNvPr id="15" name="Google Shape;15;p1"/>
          <p:cNvSpPr txBox="1"/>
          <p:nvPr>
            <p:ph idx="12" type="sldNum"/>
          </p:nvPr>
        </p:nvSpPr>
        <p:spPr>
          <a:xfrm>
            <a:off x="11073918" y="6400413"/>
            <a:ext cx="279883" cy="276999"/>
          </a:xfrm>
          <a:prstGeom prst="rect">
            <a:avLst/>
          </a:prstGeom>
          <a:noFill/>
          <a:ln>
            <a:noFill/>
          </a:ln>
        </p:spPr>
        <p:txBody>
          <a:bodyPr anchorCtr="0" anchor="ctr" bIns="45700" lIns="45700" spcFirstLastPara="1" rIns="45700" wrap="square" tIns="45700">
            <a:spAutoFit/>
          </a:bodyPr>
          <a:lstStyle>
            <a:lvl1pPr indent="0" lvl="0" marL="0" marR="0" rtl="0" algn="r">
              <a:spcBef>
                <a:spcPts val="0"/>
              </a:spcBef>
              <a:spcAft>
                <a:spcPts val="0"/>
              </a:spcAft>
              <a:buNone/>
              <a:defRPr b="0" i="0" sz="1200" u="none" cap="none" strike="noStrike">
                <a:solidFill>
                  <a:srgbClr val="888888"/>
                </a:solidFill>
                <a:latin typeface="Open Sans Light"/>
                <a:ea typeface="Open Sans Light"/>
                <a:cs typeface="Open Sans Light"/>
                <a:sym typeface="Open Sans Light"/>
              </a:defRPr>
            </a:lvl1pPr>
            <a:lvl2pPr indent="0" lvl="1" marL="0" marR="0" rtl="0" algn="r">
              <a:spcBef>
                <a:spcPts val="0"/>
              </a:spcBef>
              <a:spcAft>
                <a:spcPts val="0"/>
              </a:spcAft>
              <a:buNone/>
              <a:defRPr b="0" i="0" sz="1200" u="none" cap="none" strike="noStrike">
                <a:solidFill>
                  <a:srgbClr val="888888"/>
                </a:solidFill>
                <a:latin typeface="Open Sans Light"/>
                <a:ea typeface="Open Sans Light"/>
                <a:cs typeface="Open Sans Light"/>
                <a:sym typeface="Open Sans Light"/>
              </a:defRPr>
            </a:lvl2pPr>
            <a:lvl3pPr indent="0" lvl="2" marL="0" marR="0" rtl="0" algn="r">
              <a:spcBef>
                <a:spcPts val="0"/>
              </a:spcBef>
              <a:spcAft>
                <a:spcPts val="0"/>
              </a:spcAft>
              <a:buNone/>
              <a:defRPr b="0" i="0" sz="1200" u="none" cap="none" strike="noStrike">
                <a:solidFill>
                  <a:srgbClr val="888888"/>
                </a:solidFill>
                <a:latin typeface="Open Sans Light"/>
                <a:ea typeface="Open Sans Light"/>
                <a:cs typeface="Open Sans Light"/>
                <a:sym typeface="Open Sans Light"/>
              </a:defRPr>
            </a:lvl3pPr>
            <a:lvl4pPr indent="0" lvl="3" marL="0" marR="0" rtl="0" algn="r">
              <a:spcBef>
                <a:spcPts val="0"/>
              </a:spcBef>
              <a:spcAft>
                <a:spcPts val="0"/>
              </a:spcAft>
              <a:buNone/>
              <a:defRPr b="0" i="0" sz="1200" u="none" cap="none" strike="noStrike">
                <a:solidFill>
                  <a:srgbClr val="888888"/>
                </a:solidFill>
                <a:latin typeface="Open Sans Light"/>
                <a:ea typeface="Open Sans Light"/>
                <a:cs typeface="Open Sans Light"/>
                <a:sym typeface="Open Sans Light"/>
              </a:defRPr>
            </a:lvl4pPr>
            <a:lvl5pPr indent="0" lvl="4" marL="0" marR="0" rtl="0" algn="r">
              <a:spcBef>
                <a:spcPts val="0"/>
              </a:spcBef>
              <a:spcAft>
                <a:spcPts val="0"/>
              </a:spcAft>
              <a:buNone/>
              <a:defRPr b="0" i="0" sz="1200" u="none" cap="none" strike="noStrike">
                <a:solidFill>
                  <a:srgbClr val="888888"/>
                </a:solidFill>
                <a:latin typeface="Open Sans Light"/>
                <a:ea typeface="Open Sans Light"/>
                <a:cs typeface="Open Sans Light"/>
                <a:sym typeface="Open Sans Light"/>
              </a:defRPr>
            </a:lvl5pPr>
            <a:lvl6pPr indent="0" lvl="5" marL="0" marR="0" rtl="0" algn="r">
              <a:spcBef>
                <a:spcPts val="0"/>
              </a:spcBef>
              <a:spcAft>
                <a:spcPts val="0"/>
              </a:spcAft>
              <a:buNone/>
              <a:defRPr b="0" i="0" sz="1200" u="none" cap="none" strike="noStrike">
                <a:solidFill>
                  <a:srgbClr val="888888"/>
                </a:solidFill>
                <a:latin typeface="Open Sans Light"/>
                <a:ea typeface="Open Sans Light"/>
                <a:cs typeface="Open Sans Light"/>
                <a:sym typeface="Open Sans Light"/>
              </a:defRPr>
            </a:lvl6pPr>
            <a:lvl7pPr indent="0" lvl="6" marL="0" marR="0" rtl="0" algn="r">
              <a:spcBef>
                <a:spcPts val="0"/>
              </a:spcBef>
              <a:spcAft>
                <a:spcPts val="0"/>
              </a:spcAft>
              <a:buNone/>
              <a:defRPr b="0" i="0" sz="1200" u="none" cap="none" strike="noStrike">
                <a:solidFill>
                  <a:srgbClr val="888888"/>
                </a:solidFill>
                <a:latin typeface="Open Sans Light"/>
                <a:ea typeface="Open Sans Light"/>
                <a:cs typeface="Open Sans Light"/>
                <a:sym typeface="Open Sans Light"/>
              </a:defRPr>
            </a:lvl7pPr>
            <a:lvl8pPr indent="0" lvl="7" marL="0" marR="0" rtl="0" algn="r">
              <a:spcBef>
                <a:spcPts val="0"/>
              </a:spcBef>
              <a:spcAft>
                <a:spcPts val="0"/>
              </a:spcAft>
              <a:buNone/>
              <a:defRPr b="0" i="0" sz="1200" u="none" cap="none" strike="noStrike">
                <a:solidFill>
                  <a:srgbClr val="888888"/>
                </a:solidFill>
                <a:latin typeface="Open Sans Light"/>
                <a:ea typeface="Open Sans Light"/>
                <a:cs typeface="Open Sans Light"/>
                <a:sym typeface="Open Sans Light"/>
              </a:defRPr>
            </a:lvl8pPr>
            <a:lvl9pPr indent="0" lvl="8" marL="0" marR="0" rtl="0" algn="r">
              <a:spcBef>
                <a:spcPts val="0"/>
              </a:spcBef>
              <a:spcAft>
                <a:spcPts val="0"/>
              </a:spcAft>
              <a:buNone/>
              <a:defRPr b="0" i="0" sz="1200" u="none" cap="none" strike="noStrike">
                <a:solidFill>
                  <a:srgbClr val="888888"/>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US"/>
              <a:t>‹#›</a:t>
            </a:fld>
            <a:endParaRPr/>
          </a:p>
        </p:txBody>
      </p:sp>
      <p:sp>
        <p:nvSpPr>
          <p:cNvPr id="16" name="Google Shape;16;p1"/>
          <p:cNvSpPr txBox="1"/>
          <p:nvPr/>
        </p:nvSpPr>
        <p:spPr>
          <a:xfrm>
            <a:off x="11226318" y="6552813"/>
            <a:ext cx="279883" cy="276999"/>
          </a:xfrm>
          <a:prstGeom prst="rect">
            <a:avLst/>
          </a:prstGeom>
          <a:noFill/>
          <a:ln>
            <a:noFill/>
          </a:ln>
        </p:spPr>
        <p:txBody>
          <a:bodyPr anchorCtr="0" anchor="ctr" bIns="45700" lIns="45700" spcFirstLastPara="1" rIns="45700" wrap="square" tIns="45700">
            <a:spAutoFit/>
          </a:bodyPr>
          <a:lstStyle/>
          <a:p>
            <a:pPr indent="0" lvl="0" marL="0" marR="0" rtl="0" algn="r">
              <a:spcBef>
                <a:spcPts val="0"/>
              </a:spcBef>
              <a:spcAft>
                <a:spcPts val="0"/>
              </a:spcAft>
              <a:buNone/>
            </a:pPr>
            <a:fld id="{00000000-1234-1234-1234-123412341234}" type="slidenum">
              <a:rPr b="0" i="0" lang="en-US" sz="1200" u="none" cap="none" strike="noStrike">
                <a:solidFill>
                  <a:srgbClr val="888888"/>
                </a:solidFill>
                <a:latin typeface="Open Sans Light"/>
                <a:ea typeface="Open Sans Light"/>
                <a:cs typeface="Open Sans Light"/>
                <a:sym typeface="Open Sans Light"/>
              </a:rPr>
              <a:t>‹#›</a:t>
            </a:fld>
            <a:endParaRPr b="0" i="0" sz="1200" u="none" cap="none" strike="noStrike">
              <a:solidFill>
                <a:srgbClr val="888888"/>
              </a:solidFill>
              <a:latin typeface="Open Sans Light"/>
              <a:ea typeface="Open Sans Light"/>
              <a:cs typeface="Open Sans Light"/>
              <a:sym typeface="Open Sans Light"/>
            </a:endParaRPr>
          </a:p>
        </p:txBody>
      </p:sp>
      <p:sp>
        <p:nvSpPr>
          <p:cNvPr id="17" name="Google Shape;17;p1"/>
          <p:cNvSpPr txBox="1"/>
          <p:nvPr/>
        </p:nvSpPr>
        <p:spPr>
          <a:xfrm>
            <a:off x="11378718" y="6705213"/>
            <a:ext cx="279883" cy="276999"/>
          </a:xfrm>
          <a:prstGeom prst="rect">
            <a:avLst/>
          </a:prstGeom>
          <a:noFill/>
          <a:ln>
            <a:noFill/>
          </a:ln>
        </p:spPr>
        <p:txBody>
          <a:bodyPr anchorCtr="0" anchor="ctr" bIns="45700" lIns="45700" spcFirstLastPara="1" rIns="45700" wrap="square" tIns="45700">
            <a:spAutoFit/>
          </a:bodyPr>
          <a:lstStyle/>
          <a:p>
            <a:pPr indent="0" lvl="0" marL="0" marR="0" rtl="0" algn="r">
              <a:spcBef>
                <a:spcPts val="0"/>
              </a:spcBef>
              <a:spcAft>
                <a:spcPts val="0"/>
              </a:spcAft>
              <a:buNone/>
            </a:pPr>
            <a:fld id="{00000000-1234-1234-1234-123412341234}" type="slidenum">
              <a:rPr b="0" i="0" lang="en-US" sz="1200" u="none" cap="none" strike="noStrike">
                <a:solidFill>
                  <a:srgbClr val="888888"/>
                </a:solidFill>
                <a:latin typeface="Open Sans Light"/>
                <a:ea typeface="Open Sans Light"/>
                <a:cs typeface="Open Sans Light"/>
                <a:sym typeface="Open Sans Light"/>
              </a:rPr>
              <a:t>‹#›</a:t>
            </a:fld>
            <a:endParaRPr b="0" i="0" sz="1200" u="none" cap="none" strike="noStrike">
              <a:solidFill>
                <a:srgbClr val="888888"/>
              </a:solidFill>
              <a:latin typeface="Open Sans Light"/>
              <a:ea typeface="Open Sans Light"/>
              <a:cs typeface="Open Sans Light"/>
              <a:sym typeface="Open Sans Light"/>
            </a:endParaRPr>
          </a:p>
        </p:txBody>
      </p:sp>
      <p:sp>
        <p:nvSpPr>
          <p:cNvPr id="18" name="Google Shape;18;p1"/>
          <p:cNvSpPr txBox="1"/>
          <p:nvPr/>
        </p:nvSpPr>
        <p:spPr>
          <a:xfrm>
            <a:off x="11531118" y="6857613"/>
            <a:ext cx="279883" cy="276999"/>
          </a:xfrm>
          <a:prstGeom prst="rect">
            <a:avLst/>
          </a:prstGeom>
          <a:noFill/>
          <a:ln>
            <a:noFill/>
          </a:ln>
        </p:spPr>
        <p:txBody>
          <a:bodyPr anchorCtr="0" anchor="ctr" bIns="45700" lIns="45700" spcFirstLastPara="1" rIns="45700" wrap="square" tIns="45700">
            <a:spAutoFit/>
          </a:bodyPr>
          <a:lstStyle/>
          <a:p>
            <a:pPr indent="0" lvl="0" marL="0" marR="0" rtl="0" algn="r">
              <a:spcBef>
                <a:spcPts val="0"/>
              </a:spcBef>
              <a:spcAft>
                <a:spcPts val="0"/>
              </a:spcAft>
              <a:buNone/>
            </a:pPr>
            <a:fld id="{00000000-1234-1234-1234-123412341234}" type="slidenum">
              <a:rPr b="0" i="0" lang="en-US" sz="1200" u="none" cap="none" strike="noStrike">
                <a:solidFill>
                  <a:srgbClr val="888888"/>
                </a:solidFill>
                <a:latin typeface="Open Sans Light"/>
                <a:ea typeface="Open Sans Light"/>
                <a:cs typeface="Open Sans Light"/>
                <a:sym typeface="Open Sans Light"/>
              </a:rPr>
              <a:t>‹#›</a:t>
            </a:fld>
            <a:endParaRPr b="0" i="0" sz="1200" u="none" cap="none" strike="noStrike">
              <a:solidFill>
                <a:srgbClr val="888888"/>
              </a:solidFill>
              <a:latin typeface="Open Sans Light"/>
              <a:ea typeface="Open Sans Light"/>
              <a:cs typeface="Open Sans Light"/>
              <a:sym typeface="Open Sans Light"/>
            </a:endParaRPr>
          </a:p>
        </p:txBody>
      </p:sp>
      <p:sp>
        <p:nvSpPr>
          <p:cNvPr id="19" name="Google Shape;19;p1"/>
          <p:cNvSpPr txBox="1"/>
          <p:nvPr/>
        </p:nvSpPr>
        <p:spPr>
          <a:xfrm>
            <a:off x="8534400" y="100340"/>
            <a:ext cx="506890" cy="26161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fld id="{00000000-1234-1234-1234-123412341234}" type="slidenum">
              <a:rPr b="0" i="0" lang="en-US" sz="1100" u="none" cap="none" strike="noStrike">
                <a:solidFill>
                  <a:srgbClr val="7F7F7F"/>
                </a:solidFill>
                <a:latin typeface="Helvetica Neue Light"/>
                <a:ea typeface="Helvetica Neue Light"/>
                <a:cs typeface="Helvetica Neue Light"/>
                <a:sym typeface="Helvetica Neue Light"/>
              </a:rPr>
              <a:t>‹#›</a:t>
            </a:fld>
            <a:endParaRPr b="0" i="0" sz="1100" u="none" cap="none" strike="noStrike">
              <a:solidFill>
                <a:srgbClr val="7F7F7F"/>
              </a:solidFill>
              <a:latin typeface="Helvetica Neue Light"/>
              <a:ea typeface="Helvetica Neue Light"/>
              <a:cs typeface="Helvetica Neue Light"/>
              <a:sym typeface="Helvetica Neue Light"/>
            </a:endParaRPr>
          </a:p>
        </p:txBody>
      </p:sp>
    </p:spTree>
  </p:cSld>
  <p:clrMap accent1="accent1" accent2="accent2" accent3="accent3" accent4="accent4" accent5="accent5" accent6="accent6" bg1="lt1" bg2="dk2" tx1="dk1" tx2="lt2" folHlink="folHlink" hlink="hlink"/>
  <p:sldLayoutIdLst>
    <p:sldLayoutId id="2147483648" r:id="rId3"/>
    <p:sldLayoutId id="2147483649" r:id="rId4"/>
    <p:sldLayoutId id="2147483650" r:id="rId5"/>
    <p:sldLayoutId id="2147483651" r:id="rId6"/>
    <p:sldLayoutId id="2147483652" r:id="rId7"/>
    <p:sldLayoutId id="2147483653" r:id="rId8"/>
    <p:sldLayoutId id="2147483654" r:id="rId9"/>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SPPF max-pool microkernel: the work and its peak</a:t>
            </a:r>
          </a:p>
        </p:txBody>
      </p:sp>
      <p:sp>
        <p:nvSpPr>
          <p:cNvPr id="3" name="c-0"/>
          <p:cNvSpPr/>
          <p:nvPr/>
        </p:nvSpPr>
        <p:spPr>
          <a:xfrm>
            <a:off x="457200" y="987552"/>
            <a:ext cx="4023360" cy="713232"/>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042416"/>
            <a:ext cx="3840480" cy="237744"/>
          </a:xfrm>
          <a:prstGeom prst="rect">
            <a:avLst/>
          </a:prstGeom>
          <a:noFill/>
        </p:spPr>
        <p:txBody>
          <a:bodyPr wrap="square" lIns="0" rIns="0" tIns="0" bIns="0" anchor="t">
            <a:spAutoFit/>
          </a:bodyPr>
          <a:lstStyle/>
          <a:p>
            <a:pPr algn="l"/>
            <a:r>
              <a:rPr sz="1150" b="1" i="0">
                <a:solidFill>
                  <a:srgbClr val="1B2630"/>
                </a:solidFill>
                <a:latin typeface="Open Sans"/>
              </a:rPr>
              <a:t>Task (model.9)</a:t>
            </a:r>
          </a:p>
        </p:txBody>
      </p:sp>
      <p:sp>
        <p:nvSpPr>
          <p:cNvPr id="5" name="TextBox 4"/>
          <p:cNvSpPr txBox="1"/>
          <p:nvPr/>
        </p:nvSpPr>
        <p:spPr>
          <a:xfrm>
            <a:off x="566928" y="1289304"/>
            <a:ext cx="3840480" cy="411480"/>
          </a:xfrm>
          <a:prstGeom prst="rect">
            <a:avLst/>
          </a:prstGeom>
          <a:noFill/>
        </p:spPr>
        <p:txBody>
          <a:bodyPr wrap="square" lIns="0" rIns="0" tIns="0" bIns="0" anchor="t">
            <a:spAutoFit/>
          </a:bodyPr>
          <a:lstStyle/>
          <a:p>
            <a:pPr algn="l"/>
            <a:r>
              <a:rPr sz="950" b="0" i="0">
                <a:solidFill>
                  <a:srgbClr val="5A6875"/>
                </a:solidFill>
                <a:latin typeface="Open Sans"/>
              </a:rPr>
              <a:t>3 chained 5×5 max-pools, stride 1, pad 2, on 128 ch × 20 × 20; concat X, P1, P2, P3 → 512 ch.</a:t>
            </a:r>
          </a:p>
        </p:txBody>
      </p:sp>
      <p:sp>
        <p:nvSpPr>
          <p:cNvPr id="6" name="c-1"/>
          <p:cNvSpPr/>
          <p:nvPr/>
        </p:nvSpPr>
        <p:spPr>
          <a:xfrm>
            <a:off x="457200" y="1773936"/>
            <a:ext cx="4023360" cy="713232"/>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828800"/>
            <a:ext cx="3840480" cy="237744"/>
          </a:xfrm>
          <a:prstGeom prst="rect">
            <a:avLst/>
          </a:prstGeom>
          <a:noFill/>
        </p:spPr>
        <p:txBody>
          <a:bodyPr wrap="square" lIns="0" rIns="0" tIns="0" bIns="0" anchor="t">
            <a:spAutoFit/>
          </a:bodyPr>
          <a:lstStyle/>
          <a:p>
            <a:pPr algn="l"/>
            <a:r>
              <a:rPr sz="1150" b="1" i="0">
                <a:solidFill>
                  <a:srgbClr val="1B2630"/>
                </a:solidFill>
                <a:latin typeface="Open Sans"/>
              </a:rPr>
              <a:t>Microkernel</a:t>
            </a:r>
          </a:p>
        </p:txBody>
      </p:sp>
      <p:sp>
        <p:nvSpPr>
          <p:cNvPr id="8" name="TextBox 7"/>
          <p:cNvSpPr txBox="1"/>
          <p:nvPr/>
        </p:nvSpPr>
        <p:spPr>
          <a:xfrm>
            <a:off x="566928" y="2075688"/>
            <a:ext cx="3840480" cy="411480"/>
          </a:xfrm>
          <a:prstGeom prst="rect">
            <a:avLst/>
          </a:prstGeom>
          <a:noFill/>
        </p:spPr>
        <p:txBody>
          <a:bodyPr wrap="square" lIns="0" rIns="0" tIns="0" bIns="0" anchor="t">
            <a:spAutoFit/>
          </a:bodyPr>
          <a:lstStyle/>
          <a:p>
            <a:pPr algn="l"/>
            <a:r>
              <a:rPr sz="950" b="0" i="0">
                <a:solidFill>
                  <a:srgbClr val="5A6875"/>
                </a:solidFill>
                <a:latin typeface="Open Sans"/>
              </a:rPr>
              <a:t>one 5×5 pool of one 8-channel plane (20 × 20 pixels × 8 channels).</a:t>
            </a:r>
          </a:p>
        </p:txBody>
      </p:sp>
      <p:sp>
        <p:nvSpPr>
          <p:cNvPr id="9" name="c-2"/>
          <p:cNvSpPr/>
          <p:nvPr/>
        </p:nvSpPr>
        <p:spPr>
          <a:xfrm>
            <a:off x="457200" y="2560320"/>
            <a:ext cx="4023360" cy="713232"/>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2615184"/>
            <a:ext cx="3840480" cy="237744"/>
          </a:xfrm>
          <a:prstGeom prst="rect">
            <a:avLst/>
          </a:prstGeom>
          <a:noFill/>
        </p:spPr>
        <p:txBody>
          <a:bodyPr wrap="square" lIns="0" rIns="0" tIns="0" bIns="0" anchor="t">
            <a:spAutoFit/>
          </a:bodyPr>
          <a:lstStyle/>
          <a:p>
            <a:pPr algn="l"/>
            <a:r>
              <a:rPr sz="1150" b="1" i="0">
                <a:solidFill>
                  <a:srgbClr val="1B2630"/>
                </a:solidFill>
                <a:latin typeface="Open Sans"/>
              </a:rPr>
              <a:t>Unit of work</a:t>
            </a:r>
          </a:p>
        </p:txBody>
      </p:sp>
      <p:sp>
        <p:nvSpPr>
          <p:cNvPr id="11" name="TextBox 10"/>
          <p:cNvSpPr txBox="1"/>
          <p:nvPr/>
        </p:nvSpPr>
        <p:spPr>
          <a:xfrm>
            <a:off x="566928" y="2862072"/>
            <a:ext cx="3840480" cy="411480"/>
          </a:xfrm>
          <a:prstGeom prst="rect">
            <a:avLst/>
          </a:prstGeom>
          <a:noFill/>
        </p:spPr>
        <p:txBody>
          <a:bodyPr wrap="square" lIns="0" rIns="0" tIns="0" bIns="0" anchor="t">
            <a:spAutoFit/>
          </a:bodyPr>
          <a:lstStyle/>
          <a:p>
            <a:pPr algn="l"/>
            <a:r>
              <a:rPr sz="950" b="0" i="0">
                <a:solidFill>
                  <a:srgbClr val="5A6875"/>
                </a:solidFill>
                <a:latin typeface="Open Sans"/>
              </a:rPr>
              <a:t>vmaxps: max of 8 channels in one YMM register. No FLOPs.</a:t>
            </a:r>
          </a:p>
        </p:txBody>
      </p:sp>
      <p:sp>
        <p:nvSpPr>
          <p:cNvPr id="12" name="c-3"/>
          <p:cNvSpPr/>
          <p:nvPr/>
        </p:nvSpPr>
        <p:spPr>
          <a:xfrm>
            <a:off x="457200" y="3346704"/>
            <a:ext cx="4023360" cy="713232"/>
          </a:xfrm>
          <a:prstGeom prst="roundRect">
            <a:avLst>
              <a:gd name="adj" fmla="val 8000"/>
            </a:avLst>
          </a:prstGeom>
          <a:solidFill>
            <a:srgbClr val="F8E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3401568"/>
            <a:ext cx="3840480" cy="237744"/>
          </a:xfrm>
          <a:prstGeom prst="rect">
            <a:avLst/>
          </a:prstGeom>
          <a:noFill/>
        </p:spPr>
        <p:txBody>
          <a:bodyPr wrap="square" lIns="0" rIns="0" tIns="0" bIns="0" anchor="t">
            <a:spAutoFit/>
          </a:bodyPr>
          <a:lstStyle/>
          <a:p>
            <a:pPr algn="l"/>
            <a:r>
              <a:rPr sz="1150" b="1" i="0">
                <a:solidFill>
                  <a:srgbClr val="BB0027"/>
                </a:solidFill>
                <a:latin typeface="Open Sans"/>
              </a:rPr>
              <a:t>Peak</a:t>
            </a:r>
          </a:p>
        </p:txBody>
      </p:sp>
      <p:sp>
        <p:nvSpPr>
          <p:cNvPr id="14" name="TextBox 13"/>
          <p:cNvSpPr txBox="1"/>
          <p:nvPr/>
        </p:nvSpPr>
        <p:spPr>
          <a:xfrm>
            <a:off x="566928" y="3648456"/>
            <a:ext cx="3840480" cy="411480"/>
          </a:xfrm>
          <a:prstGeom prst="rect">
            <a:avLst/>
          </a:prstGeom>
          <a:noFill/>
        </p:spPr>
        <p:txBody>
          <a:bodyPr wrap="square" lIns="0" rIns="0" tIns="0" bIns="0" anchor="t">
            <a:spAutoFit/>
          </a:bodyPr>
          <a:lstStyle/>
          <a:p>
            <a:pPr algn="l"/>
            <a:r>
              <a:rPr sz="950" b="0" i="0">
                <a:solidFill>
                  <a:srgbClr val="5A6875"/>
                </a:solidFill>
                <a:latin typeface="Open Sans"/>
              </a:rPr>
              <a:t>vmaxps: latency 3, port 1 only → 1 vmaxps per cycle.</a:t>
            </a:r>
          </a:p>
        </p:txBody>
      </p:sp>
      <p:sp>
        <p:nvSpPr>
          <p:cNvPr id="15" name="TextBox 14"/>
          <p:cNvSpPr txBox="1"/>
          <p:nvPr/>
        </p:nvSpPr>
        <p:spPr>
          <a:xfrm>
            <a:off x="4754880" y="987552"/>
            <a:ext cx="3931920" cy="274320"/>
          </a:xfrm>
          <a:prstGeom prst="rect">
            <a:avLst/>
          </a:prstGeom>
          <a:noFill/>
        </p:spPr>
        <p:txBody>
          <a:bodyPr wrap="square" lIns="0" rIns="0" tIns="0" bIns="0" anchor="t">
            <a:spAutoFit/>
          </a:bodyPr>
          <a:lstStyle/>
          <a:p>
            <a:pPr algn="l"/>
            <a:r>
              <a:rPr sz="1200" b="1" i="0">
                <a:solidFill>
                  <a:srgbClr val="1B2630"/>
                </a:solidFill>
                <a:latin typeface="Open Sans"/>
              </a:rPr>
              <a:t>vmaxps per output vector</a:t>
            </a:r>
          </a:p>
        </p:txBody>
      </p:sp>
      <p:graphicFrame>
        <p:nvGraphicFramePr>
          <p:cNvPr id="16" name="Table 15"/>
          <p:cNvGraphicFramePr>
            <a:graphicFrameLocks noGrp="1"/>
          </p:cNvGraphicFramePr>
          <p:nvPr/>
        </p:nvGraphicFramePr>
        <p:xfrm>
          <a:off x="4754880" y="1280160"/>
          <a:ext cx="3931920" cy="1280160"/>
        </p:xfrm>
        <a:graphic>
          <a:graphicData uri="http://schemas.openxmlformats.org/drawingml/2006/table">
            <a:tbl>
              <a:tblPr firstRow="1" bandRow="1">
                <a:tableStyleId>{5C22544A-7EE6-4342-B048-85BDC9FD1C3A}</a:tableStyleId>
              </a:tblPr>
              <a:tblGrid>
                <a:gridCol w="2743200"/>
                <a:gridCol w="1188720"/>
              </a:tblGrid>
              <a:tr h="320040">
                <a:tc>
                  <a:txBody>
                    <a:bodyPr/>
                    <a:lstStyle/>
                    <a:p>
                      <a:r>
                        <a:rPr sz="1050" b="1">
                          <a:solidFill>
                            <a:srgbClr val="1B2630"/>
                          </a:solidFill>
                          <a:latin typeface="Open Sans"/>
                        </a:rPr>
                        <a:t>Step</a:t>
                      </a:r>
                    </a:p>
                  </a:txBody>
                  <a:tcPr marL="54864" marR="54864" marT="27432" marB="27432">
                    <a:solidFill>
                      <a:srgbClr val="F1F3F5"/>
                    </a:solidFill>
                  </a:tcPr>
                </a:tc>
                <a:tc>
                  <a:txBody>
                    <a:bodyPr/>
                    <a:lstStyle/>
                    <a:p>
                      <a:r>
                        <a:rPr sz="1050" b="1">
                          <a:solidFill>
                            <a:srgbClr val="1B2630"/>
                          </a:solidFill>
                          <a:latin typeface="Open Sans"/>
                        </a:rPr>
                        <a:t>vmaxps / output</a:t>
                      </a:r>
                    </a:p>
                  </a:txBody>
                  <a:tcPr marL="54864" marR="54864" marT="27432" marB="27432">
                    <a:solidFill>
                      <a:srgbClr val="F1F3F5"/>
                    </a:solidFill>
                  </a:tcPr>
                </a:tc>
              </a:tr>
              <a:tr h="320040">
                <a:tc>
                  <a:txBody>
                    <a:bodyPr/>
                    <a:lstStyle/>
                    <a:p>
                      <a:r>
                        <a:rPr sz="1050" b="1">
                          <a:solidFill>
                            <a:srgbClr val="1B2630"/>
                          </a:solidFill>
                          <a:latin typeface="Open Sans"/>
                        </a:rPr>
                        <a:t>Direct 5 × 5 window</a:t>
                      </a:r>
                    </a:p>
                  </a:txBody>
                  <a:tcPr marL="54864" marR="54864" marT="27432" marB="27432">
                    <a:solidFill>
                      <a:srgbClr val="FFFFFF"/>
                    </a:solidFill>
                  </a:tcPr>
                </a:tc>
                <a:tc>
                  <a:txBody>
                    <a:bodyPr/>
                    <a:lstStyle/>
                    <a:p>
                      <a:r>
                        <a:rPr sz="1050" b="0">
                          <a:solidFill>
                            <a:srgbClr val="1B2630"/>
                          </a:solidFill>
                          <a:latin typeface="Open Sans"/>
                        </a:rPr>
                        <a:t>24</a:t>
                      </a:r>
                    </a:p>
                  </a:txBody>
                  <a:tcPr marL="54864" marR="54864" marT="27432" marB="27432">
                    <a:solidFill>
                      <a:srgbClr val="FFFFFF"/>
                    </a:solidFill>
                  </a:tcPr>
                </a:tc>
              </a:tr>
              <a:tr h="320040">
                <a:tc>
                  <a:txBody>
                    <a:bodyPr/>
                    <a:lstStyle/>
                    <a:p>
                      <a:r>
                        <a:rPr sz="1050" b="1">
                          <a:solidFill>
                            <a:srgbClr val="1B2630"/>
                          </a:solidFill>
                          <a:latin typeface="Open Sans"/>
                        </a:rPr>
                        <a:t>Separable: 5 columns, then 5 rows</a:t>
                      </a:r>
                    </a:p>
                  </a:txBody>
                  <a:tcPr marL="54864" marR="54864" marT="27432" marB="27432">
                    <a:solidFill>
                      <a:srgbClr val="FFFFFF"/>
                    </a:solidFill>
                  </a:tcPr>
                </a:tc>
                <a:tc>
                  <a:txBody>
                    <a:bodyPr/>
                    <a:lstStyle/>
                    <a:p>
                      <a:r>
                        <a:rPr sz="1050" b="0">
                          <a:solidFill>
                            <a:srgbClr val="1B2630"/>
                          </a:solidFill>
                          <a:latin typeface="Open Sans"/>
                        </a:rPr>
                        <a:t>4 + 4 = 8</a:t>
                      </a:r>
                    </a:p>
                  </a:txBody>
                  <a:tcPr marL="54864" marR="54864" marT="27432" marB="27432">
                    <a:solidFill>
                      <a:srgbClr val="FFFFFF"/>
                    </a:solidFill>
                  </a:tcPr>
                </a:tc>
              </a:tr>
              <a:tr h="320040">
                <a:tc>
                  <a:txBody>
                    <a:bodyPr/>
                    <a:lstStyle/>
                    <a:p>
                      <a:r>
                        <a:rPr sz="1050" b="1">
                          <a:solidFill>
                            <a:srgbClr val="1B2630"/>
                          </a:solidFill>
                          <a:latin typeface="Open Sans"/>
                        </a:rPr>
                        <a:t>Shared pair maxes in the row pass</a:t>
                      </a:r>
                    </a:p>
                  </a:txBody>
                  <a:tcPr marL="54864" marR="54864" marT="27432" marB="27432">
                    <a:solidFill>
                      <a:srgbClr val="F8E5E9"/>
                    </a:solidFill>
                  </a:tcPr>
                </a:tc>
                <a:tc>
                  <a:txBody>
                    <a:bodyPr/>
                    <a:lstStyle/>
                    <a:p>
                      <a:r>
                        <a:rPr sz="1050" b="0">
                          <a:solidFill>
                            <a:srgbClr val="1B2630"/>
                          </a:solidFill>
                          <a:latin typeface="Open Sans"/>
                        </a:rPr>
                        <a:t>3 + 3 = 6</a:t>
                      </a:r>
                    </a:p>
                  </a:txBody>
                  <a:tcPr marL="54864" marR="54864" marT="27432" marB="27432">
                    <a:solidFill>
                      <a:srgbClr val="F8E5E9"/>
                    </a:solidFill>
                  </a:tcPr>
                </a:tc>
              </a:tr>
            </a:tbl>
          </a:graphicData>
        </a:graphic>
      </p:graphicFrame>
      <p:sp>
        <p:nvSpPr>
          <p:cNvPr id="17" name="TextBox 16"/>
          <p:cNvSpPr txBox="1"/>
          <p:nvPr/>
        </p:nvSpPr>
        <p:spPr>
          <a:xfrm>
            <a:off x="4754880" y="2788920"/>
            <a:ext cx="1920240" cy="548640"/>
          </a:xfrm>
          <a:prstGeom prst="rect">
            <a:avLst/>
          </a:prstGeom>
          <a:noFill/>
        </p:spPr>
        <p:txBody>
          <a:bodyPr wrap="square" lIns="0" rIns="0" tIns="0" bIns="0" anchor="t">
            <a:spAutoFit/>
          </a:bodyPr>
          <a:lstStyle/>
          <a:p>
            <a:pPr algn="l"/>
            <a:r>
              <a:rPr sz="3000" b="1" i="0">
                <a:solidFill>
                  <a:srgbClr val="BB0027"/>
                </a:solidFill>
                <a:latin typeface="Open Sans"/>
              </a:rPr>
              <a:t>6</a:t>
            </a:r>
          </a:p>
        </p:txBody>
      </p:sp>
      <p:sp>
        <p:nvSpPr>
          <p:cNvPr id="18" name="TextBox 17"/>
          <p:cNvSpPr txBox="1"/>
          <p:nvPr/>
        </p:nvSpPr>
        <p:spPr>
          <a:xfrm>
            <a:off x="4754880" y="3355848"/>
            <a:ext cx="1920240" cy="548640"/>
          </a:xfrm>
          <a:prstGeom prst="rect">
            <a:avLst/>
          </a:prstGeom>
          <a:noFill/>
        </p:spPr>
        <p:txBody>
          <a:bodyPr wrap="square" lIns="0" rIns="0" tIns="0" bIns="0" anchor="t">
            <a:spAutoFit/>
          </a:bodyPr>
          <a:lstStyle/>
          <a:p>
            <a:pPr algn="l"/>
            <a:r>
              <a:rPr sz="1200" b="0" i="0">
                <a:solidFill>
                  <a:srgbClr val="5A6875"/>
                </a:solidFill>
                <a:latin typeface="Open Sans"/>
              </a:rPr>
              <a:t>cycles per output vector at best (6 vmaxps at 1 per cycle)</a:t>
            </a:r>
          </a:p>
        </p:txBody>
      </p:sp>
      <p:sp>
        <p:nvSpPr>
          <p:cNvPr id="19" name="TextBox 18"/>
          <p:cNvSpPr txBox="1"/>
          <p:nvPr/>
        </p:nvSpPr>
        <p:spPr>
          <a:xfrm>
            <a:off x="6766560" y="2788920"/>
            <a:ext cx="1920240" cy="548640"/>
          </a:xfrm>
          <a:prstGeom prst="rect">
            <a:avLst/>
          </a:prstGeom>
          <a:noFill/>
        </p:spPr>
        <p:txBody>
          <a:bodyPr wrap="square" lIns="0" rIns="0" tIns="0" bIns="0" anchor="t">
            <a:spAutoFit/>
          </a:bodyPr>
          <a:lstStyle/>
          <a:p>
            <a:pPr algn="l"/>
            <a:r>
              <a:rPr sz="3000" b="1" i="0">
                <a:solidFill>
                  <a:srgbClr val="0C6A87"/>
                </a:solidFill>
                <a:latin typeface="Open Sans"/>
              </a:rPr>
              <a:t>0</a:t>
            </a:r>
          </a:p>
        </p:txBody>
      </p:sp>
      <p:sp>
        <p:nvSpPr>
          <p:cNvPr id="20" name="TextBox 19"/>
          <p:cNvSpPr txBox="1"/>
          <p:nvPr/>
        </p:nvSpPr>
        <p:spPr>
          <a:xfrm>
            <a:off x="6766560" y="3355848"/>
            <a:ext cx="1920240" cy="548640"/>
          </a:xfrm>
          <a:prstGeom prst="rect">
            <a:avLst/>
          </a:prstGeom>
          <a:noFill/>
        </p:spPr>
        <p:txBody>
          <a:bodyPr wrap="square" lIns="0" rIns="0" tIns="0" bIns="0" anchor="t">
            <a:spAutoFit/>
          </a:bodyPr>
          <a:lstStyle/>
          <a:p>
            <a:pPr algn="l"/>
            <a:r>
              <a:rPr sz="1200" b="0" i="0">
                <a:solidFill>
                  <a:srgbClr val="5A6875"/>
                </a:solidFill>
                <a:latin typeface="Open Sans"/>
              </a:rPr>
              <a:t>running sums: outputs are independent, no accumulator chain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(a)–(c): size, registers, allocation</a:t>
            </a:r>
          </a:p>
        </p:txBody>
      </p:sp>
      <p:sp>
        <p:nvSpPr>
          <p:cNvPr id="3" name="TextBox 2"/>
          <p:cNvSpPr txBox="1"/>
          <p:nvPr/>
        </p:nvSpPr>
        <p:spPr>
          <a:xfrm>
            <a:off x="457200" y="960120"/>
            <a:ext cx="4297680" cy="274320"/>
          </a:xfrm>
          <a:prstGeom prst="rect">
            <a:avLst/>
          </a:prstGeom>
          <a:noFill/>
        </p:spPr>
        <p:txBody>
          <a:bodyPr wrap="square" lIns="0" rIns="0" tIns="0" bIns="0" anchor="t">
            <a:spAutoFit/>
          </a:bodyPr>
          <a:lstStyle/>
          <a:p>
            <a:pPr algn="l"/>
            <a:r>
              <a:rPr sz="1100" b="1" i="0">
                <a:solidFill>
                  <a:srgbClr val="1B2630"/>
                </a:solidFill>
                <a:latin typeface="Open Sans"/>
              </a:rPr>
              <a:t>16 YMM registers in the inner loop (8 floats each)</a:t>
            </a:r>
          </a:p>
        </p:txBody>
      </p:sp>
      <p:sp>
        <p:nvSpPr>
          <p:cNvPr id="4" name="Rectangle 3"/>
          <p:cNvSpPr/>
          <p:nvPr/>
        </p:nvSpPr>
        <p:spPr>
          <a:xfrm>
            <a:off x="457200" y="1280160"/>
            <a:ext cx="987552" cy="384048"/>
          </a:xfrm>
          <a:prstGeom prst="rect">
            <a:avLst/>
          </a:prstGeom>
          <a:solidFill>
            <a:srgbClr val="E4E0F0"/>
          </a:solidFill>
          <a:ln w="15875">
            <a:solidFill>
              <a:srgbClr val="5B4B8A"/>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900" b="1">
                <a:solidFill>
                  <a:srgbClr val="5B4B8A"/>
                </a:solidFill>
                <a:latin typeface="Courier New"/>
              </a:rPr>
              <a:t>x = s[i]</a:t>
            </a:r>
          </a:p>
        </p:txBody>
      </p:sp>
      <p:sp>
        <p:nvSpPr>
          <p:cNvPr id="5" name="Rectangle 4"/>
          <p:cNvSpPr/>
          <p:nvPr/>
        </p:nvSpPr>
        <p:spPr>
          <a:xfrm>
            <a:off x="1508760" y="1280160"/>
            <a:ext cx="987552" cy="384048"/>
          </a:xfrm>
          <a:prstGeom prst="rect">
            <a:avLst/>
          </a:prstGeom>
          <a:solidFill>
            <a:srgbClr val="F5E6CF"/>
          </a:solidFill>
          <a:ln w="15875">
            <a:solidFill>
              <a:srgbClr val="B7731A"/>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900" b="1">
                <a:solidFill>
                  <a:srgbClr val="B7731A"/>
                </a:solidFill>
                <a:latin typeface="Courier New"/>
              </a:rPr>
              <a:t>p2 = P[i]</a:t>
            </a:r>
          </a:p>
        </p:txBody>
      </p:sp>
      <p:sp>
        <p:nvSpPr>
          <p:cNvPr id="6" name="Rectangle 5"/>
          <p:cNvSpPr/>
          <p:nvPr/>
        </p:nvSpPr>
        <p:spPr>
          <a:xfrm>
            <a:off x="2560320" y="1280160"/>
            <a:ext cx="987552" cy="384048"/>
          </a:xfrm>
          <a:prstGeom prst="rect">
            <a:avLst/>
          </a:prstGeom>
          <a:solidFill>
            <a:srgbClr val="F5E6CF"/>
          </a:solidFill>
          <a:ln w="15875">
            <a:solidFill>
              <a:srgbClr val="B7731A"/>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900" b="1">
                <a:solidFill>
                  <a:srgbClr val="B7731A"/>
                </a:solidFill>
                <a:latin typeface="Courier New"/>
              </a:rPr>
              <a:t>p1 = P[i−1]</a:t>
            </a:r>
          </a:p>
        </p:txBody>
      </p:sp>
      <p:sp>
        <p:nvSpPr>
          <p:cNvPr id="7" name="Rectangle 6"/>
          <p:cNvSpPr/>
          <p:nvPr/>
        </p:nvSpPr>
        <p:spPr>
          <a:xfrm>
            <a:off x="3611879" y="1280160"/>
            <a:ext cx="987552" cy="384048"/>
          </a:xfrm>
          <a:prstGeom prst="rect">
            <a:avLst/>
          </a:prstGeom>
          <a:solidFill>
            <a:srgbClr val="D7EAF0"/>
          </a:solidFill>
          <a:ln w="15875">
            <a:solidFill>
              <a:srgbClr val="0C6A87"/>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900" b="1">
                <a:solidFill>
                  <a:srgbClr val="0C6A87"/>
                </a:solidFill>
                <a:latin typeface="Courier New"/>
              </a:rPr>
              <a:t>p0 = P[i−2] → out</a:t>
            </a:r>
          </a:p>
        </p:txBody>
      </p:sp>
      <p:sp>
        <p:nvSpPr>
          <p:cNvPr id="8" name="Rectangle 7"/>
          <p:cNvSpPr/>
          <p:nvPr/>
        </p:nvSpPr>
        <p:spPr>
          <a:xfrm>
            <a:off x="457200" y="1737360"/>
            <a:ext cx="987552" cy="384048"/>
          </a:xfrm>
          <a:prstGeom prst="rect">
            <a:avLst/>
          </a:prstGeom>
          <a:solidFill>
            <a:srgbClr val="FFFFFF"/>
          </a:solidFill>
          <a:ln w="15875">
            <a:solidFill>
              <a:srgbClr val="6B778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900" b="0">
                <a:solidFill>
                  <a:srgbClr val="6B7782"/>
                </a:solidFill>
                <a:latin typeface="Courier New"/>
              </a:rPr>
              <a:t>free</a:t>
            </a:r>
          </a:p>
        </p:txBody>
      </p:sp>
      <p:sp>
        <p:nvSpPr>
          <p:cNvPr id="9" name="Rectangle 8"/>
          <p:cNvSpPr/>
          <p:nvPr/>
        </p:nvSpPr>
        <p:spPr>
          <a:xfrm>
            <a:off x="1508760" y="1737360"/>
            <a:ext cx="987552" cy="384048"/>
          </a:xfrm>
          <a:prstGeom prst="rect">
            <a:avLst/>
          </a:prstGeom>
          <a:solidFill>
            <a:srgbClr val="FFFFFF"/>
          </a:solidFill>
          <a:ln w="15875">
            <a:solidFill>
              <a:srgbClr val="6B778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900" b="0">
                <a:solidFill>
                  <a:srgbClr val="6B7782"/>
                </a:solidFill>
                <a:latin typeface="Courier New"/>
              </a:rPr>
              <a:t>free</a:t>
            </a:r>
          </a:p>
        </p:txBody>
      </p:sp>
      <p:sp>
        <p:nvSpPr>
          <p:cNvPr id="10" name="Rectangle 9"/>
          <p:cNvSpPr/>
          <p:nvPr/>
        </p:nvSpPr>
        <p:spPr>
          <a:xfrm>
            <a:off x="2560320" y="1737360"/>
            <a:ext cx="987552" cy="384048"/>
          </a:xfrm>
          <a:prstGeom prst="rect">
            <a:avLst/>
          </a:prstGeom>
          <a:solidFill>
            <a:srgbClr val="FFFFFF"/>
          </a:solidFill>
          <a:ln w="15875">
            <a:solidFill>
              <a:srgbClr val="6B778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900" b="0">
                <a:solidFill>
                  <a:srgbClr val="6B7782"/>
                </a:solidFill>
                <a:latin typeface="Courier New"/>
              </a:rPr>
              <a:t>free</a:t>
            </a:r>
          </a:p>
        </p:txBody>
      </p:sp>
      <p:sp>
        <p:nvSpPr>
          <p:cNvPr id="11" name="Rectangle 10"/>
          <p:cNvSpPr/>
          <p:nvPr/>
        </p:nvSpPr>
        <p:spPr>
          <a:xfrm>
            <a:off x="3611879" y="1737360"/>
            <a:ext cx="987552" cy="384048"/>
          </a:xfrm>
          <a:prstGeom prst="rect">
            <a:avLst/>
          </a:prstGeom>
          <a:solidFill>
            <a:srgbClr val="FFFFFF"/>
          </a:solidFill>
          <a:ln w="15875">
            <a:solidFill>
              <a:srgbClr val="6B778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900" b="0">
                <a:solidFill>
                  <a:srgbClr val="6B7782"/>
                </a:solidFill>
                <a:latin typeface="Courier New"/>
              </a:rPr>
              <a:t>free</a:t>
            </a:r>
          </a:p>
        </p:txBody>
      </p:sp>
      <p:sp>
        <p:nvSpPr>
          <p:cNvPr id="12" name="Rectangle 11"/>
          <p:cNvSpPr/>
          <p:nvPr/>
        </p:nvSpPr>
        <p:spPr>
          <a:xfrm>
            <a:off x="457200" y="2194560"/>
            <a:ext cx="987552" cy="384048"/>
          </a:xfrm>
          <a:prstGeom prst="rect">
            <a:avLst/>
          </a:prstGeom>
          <a:solidFill>
            <a:srgbClr val="FFFFFF"/>
          </a:solidFill>
          <a:ln w="15875">
            <a:solidFill>
              <a:srgbClr val="6B778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900" b="0">
                <a:solidFill>
                  <a:srgbClr val="6B7782"/>
                </a:solidFill>
                <a:latin typeface="Courier New"/>
              </a:rPr>
              <a:t>free</a:t>
            </a:r>
          </a:p>
        </p:txBody>
      </p:sp>
      <p:sp>
        <p:nvSpPr>
          <p:cNvPr id="13" name="Rectangle 12"/>
          <p:cNvSpPr/>
          <p:nvPr/>
        </p:nvSpPr>
        <p:spPr>
          <a:xfrm>
            <a:off x="1508760" y="2194560"/>
            <a:ext cx="987552" cy="384048"/>
          </a:xfrm>
          <a:prstGeom prst="rect">
            <a:avLst/>
          </a:prstGeom>
          <a:solidFill>
            <a:srgbClr val="FFFFFF"/>
          </a:solidFill>
          <a:ln w="15875">
            <a:solidFill>
              <a:srgbClr val="6B778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900" b="0">
                <a:solidFill>
                  <a:srgbClr val="6B7782"/>
                </a:solidFill>
                <a:latin typeface="Courier New"/>
              </a:rPr>
              <a:t>free</a:t>
            </a:r>
          </a:p>
        </p:txBody>
      </p:sp>
      <p:sp>
        <p:nvSpPr>
          <p:cNvPr id="14" name="Rectangle 13"/>
          <p:cNvSpPr/>
          <p:nvPr/>
        </p:nvSpPr>
        <p:spPr>
          <a:xfrm>
            <a:off x="2560320" y="2194560"/>
            <a:ext cx="987552" cy="384048"/>
          </a:xfrm>
          <a:prstGeom prst="rect">
            <a:avLst/>
          </a:prstGeom>
          <a:solidFill>
            <a:srgbClr val="FFFFFF"/>
          </a:solidFill>
          <a:ln w="15875">
            <a:solidFill>
              <a:srgbClr val="6B778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900" b="0">
                <a:solidFill>
                  <a:srgbClr val="6B7782"/>
                </a:solidFill>
                <a:latin typeface="Courier New"/>
              </a:rPr>
              <a:t>free</a:t>
            </a:r>
          </a:p>
        </p:txBody>
      </p:sp>
      <p:sp>
        <p:nvSpPr>
          <p:cNvPr id="15" name="Rectangle 14"/>
          <p:cNvSpPr/>
          <p:nvPr/>
        </p:nvSpPr>
        <p:spPr>
          <a:xfrm>
            <a:off x="3611879" y="2194560"/>
            <a:ext cx="987552" cy="384048"/>
          </a:xfrm>
          <a:prstGeom prst="rect">
            <a:avLst/>
          </a:prstGeom>
          <a:solidFill>
            <a:srgbClr val="FFFFFF"/>
          </a:solidFill>
          <a:ln w="15875">
            <a:solidFill>
              <a:srgbClr val="6B778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900" b="0">
                <a:solidFill>
                  <a:srgbClr val="6B7782"/>
                </a:solidFill>
                <a:latin typeface="Courier New"/>
              </a:rPr>
              <a:t>free</a:t>
            </a:r>
          </a:p>
        </p:txBody>
      </p:sp>
      <p:sp>
        <p:nvSpPr>
          <p:cNvPr id="16" name="Rectangle 15"/>
          <p:cNvSpPr/>
          <p:nvPr/>
        </p:nvSpPr>
        <p:spPr>
          <a:xfrm>
            <a:off x="457200" y="2651760"/>
            <a:ext cx="987552" cy="384048"/>
          </a:xfrm>
          <a:prstGeom prst="rect">
            <a:avLst/>
          </a:prstGeom>
          <a:solidFill>
            <a:srgbClr val="FFFFFF"/>
          </a:solidFill>
          <a:ln w="15875">
            <a:solidFill>
              <a:srgbClr val="6B778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900" b="0">
                <a:solidFill>
                  <a:srgbClr val="6B7782"/>
                </a:solidFill>
                <a:latin typeface="Courier New"/>
              </a:rPr>
              <a:t>free</a:t>
            </a:r>
          </a:p>
        </p:txBody>
      </p:sp>
      <p:sp>
        <p:nvSpPr>
          <p:cNvPr id="17" name="Rectangle 16"/>
          <p:cNvSpPr/>
          <p:nvPr/>
        </p:nvSpPr>
        <p:spPr>
          <a:xfrm>
            <a:off x="1508760" y="2651760"/>
            <a:ext cx="987552" cy="384048"/>
          </a:xfrm>
          <a:prstGeom prst="rect">
            <a:avLst/>
          </a:prstGeom>
          <a:solidFill>
            <a:srgbClr val="FFFFFF"/>
          </a:solidFill>
          <a:ln w="15875">
            <a:solidFill>
              <a:srgbClr val="6B778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900" b="0">
                <a:solidFill>
                  <a:srgbClr val="6B7782"/>
                </a:solidFill>
                <a:latin typeface="Courier New"/>
              </a:rPr>
              <a:t>free</a:t>
            </a:r>
          </a:p>
        </p:txBody>
      </p:sp>
      <p:sp>
        <p:nvSpPr>
          <p:cNvPr id="18" name="Rectangle 17"/>
          <p:cNvSpPr/>
          <p:nvPr/>
        </p:nvSpPr>
        <p:spPr>
          <a:xfrm>
            <a:off x="2560320" y="2651760"/>
            <a:ext cx="987552" cy="384048"/>
          </a:xfrm>
          <a:prstGeom prst="rect">
            <a:avLst/>
          </a:prstGeom>
          <a:solidFill>
            <a:srgbClr val="FFFFFF"/>
          </a:solidFill>
          <a:ln w="15875">
            <a:solidFill>
              <a:srgbClr val="6B778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900" b="0">
                <a:solidFill>
                  <a:srgbClr val="6B7782"/>
                </a:solidFill>
                <a:latin typeface="Courier New"/>
              </a:rPr>
              <a:t>free</a:t>
            </a:r>
          </a:p>
        </p:txBody>
      </p:sp>
      <p:sp>
        <p:nvSpPr>
          <p:cNvPr id="19" name="Rectangle 18"/>
          <p:cNvSpPr/>
          <p:nvPr/>
        </p:nvSpPr>
        <p:spPr>
          <a:xfrm>
            <a:off x="3611879" y="2651760"/>
            <a:ext cx="987552" cy="384048"/>
          </a:xfrm>
          <a:prstGeom prst="rect">
            <a:avLst/>
          </a:prstGeom>
          <a:solidFill>
            <a:srgbClr val="FFFFFF"/>
          </a:solidFill>
          <a:ln w="15875">
            <a:solidFill>
              <a:srgbClr val="6B778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900" b="0">
                <a:solidFill>
                  <a:srgbClr val="6B7782"/>
                </a:solidFill>
                <a:latin typeface="Courier New"/>
              </a:rPr>
              <a:t>free</a:t>
            </a:r>
          </a:p>
        </p:txBody>
      </p:sp>
      <p:sp>
        <p:nvSpPr>
          <p:cNvPr id="20" name="TextBox 19"/>
          <p:cNvSpPr txBox="1"/>
          <p:nvPr/>
        </p:nvSpPr>
        <p:spPr>
          <a:xfrm>
            <a:off x="457200" y="3154680"/>
            <a:ext cx="4206240" cy="1005840"/>
          </a:xfrm>
          <a:prstGeom prst="rect">
            <a:avLst/>
          </a:prstGeom>
          <a:noFill/>
        </p:spPr>
        <p:txBody>
          <a:bodyPr wrap="square" lIns="0" rIns="0" tIns="0" bIns="0" anchor="t">
            <a:spAutoFit/>
          </a:bodyPr>
          <a:lstStyle/>
          <a:p>
            <a:pPr algn="l"/>
            <a:r>
              <a:rPr sz="1000" b="1" i="0">
                <a:solidFill>
                  <a:srgbClr val="5B4B8A"/>
                </a:solidFill>
                <a:latin typeface="Open Sans"/>
              </a:rPr>
              <a:t>input </a:t>
            </a:r>
            <a:r>
              <a:rPr sz="1000" b="0" i="0">
                <a:solidFill>
                  <a:srgbClr val="5A6875"/>
                </a:solidFill>
                <a:latin typeface="Open Sans"/>
              </a:rPr>
              <a:t>s[i]; s[i+1], s[i+2] come from memory as vmaxps operands</a:t>
            </a:r>
          </a:p>
          <a:p>
            <a:pPr algn="l">
              <a:spcBef>
                <a:spcPts val="600"/>
              </a:spcBef>
            </a:pPr>
            <a:r>
              <a:rPr sz="1000" b="1" i="0">
                <a:solidFill>
                  <a:srgbClr val="B7731A"/>
                </a:solidFill>
                <a:latin typeface="Open Sans"/>
              </a:rPr>
              <a:t>temporaries </a:t>
            </a:r>
            <a:r>
              <a:rPr sz="1000" b="0" i="0">
                <a:solidFill>
                  <a:srgbClr val="5A6875"/>
                </a:solidFill>
                <a:latin typeface="Open Sans"/>
              </a:rPr>
              <a:t>P[j] = max(s[j], s[j+1]): the new one and the last two</a:t>
            </a:r>
          </a:p>
          <a:p>
            <a:pPr algn="l">
              <a:spcBef>
                <a:spcPts val="600"/>
              </a:spcBef>
            </a:pPr>
            <a:r>
              <a:rPr sz="1000" b="1" i="0">
                <a:solidFill>
                  <a:srgbClr val="0C6A87"/>
                </a:solidFill>
                <a:latin typeface="Open Sans"/>
              </a:rPr>
              <a:t>output </a:t>
            </a:r>
            <a:r>
              <a:rPr sz="1000" b="0" i="0">
                <a:solidFill>
                  <a:srgbClr val="5A6875"/>
                </a:solidFill>
                <a:latin typeface="Open Sans"/>
              </a:rPr>
              <a:t>max(P[i−2], P[i], s[i+2]), stored at once</a:t>
            </a:r>
          </a:p>
        </p:txBody>
      </p:sp>
      <p:sp>
        <p:nvSpPr>
          <p:cNvPr id="21" name="qa-0"/>
          <p:cNvSpPr/>
          <p:nvPr/>
        </p:nvSpPr>
        <p:spPr>
          <a:xfrm>
            <a:off x="4800600" y="960120"/>
            <a:ext cx="3886200" cy="1005840"/>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919472" y="1033272"/>
            <a:ext cx="3657600" cy="256032"/>
          </a:xfrm>
          <a:prstGeom prst="rect">
            <a:avLst/>
          </a:prstGeom>
          <a:noFill/>
        </p:spPr>
        <p:txBody>
          <a:bodyPr wrap="square" lIns="0" rIns="0" tIns="0" bIns="0" anchor="t">
            <a:spAutoFit/>
          </a:bodyPr>
          <a:lstStyle/>
          <a:p>
            <a:pPr algn="l"/>
            <a:r>
              <a:rPr sz="1250" b="1" i="0">
                <a:solidFill>
                  <a:srgbClr val="1B2630"/>
                </a:solidFill>
                <a:latin typeface="Open Sans"/>
              </a:rPr>
              <a:t>(a) Size</a:t>
            </a:r>
          </a:p>
        </p:txBody>
      </p:sp>
      <p:sp>
        <p:nvSpPr>
          <p:cNvPr id="23" name="TextBox 22"/>
          <p:cNvSpPr txBox="1"/>
          <p:nvPr/>
        </p:nvSpPr>
        <p:spPr>
          <a:xfrm>
            <a:off x="4919472" y="1307592"/>
            <a:ext cx="3657600" cy="640080"/>
          </a:xfrm>
          <a:prstGeom prst="rect">
            <a:avLst/>
          </a:prstGeom>
          <a:noFill/>
        </p:spPr>
        <p:txBody>
          <a:bodyPr wrap="square" lIns="0" rIns="0" tIns="0" bIns="0" anchor="t">
            <a:spAutoFit/>
          </a:bodyPr>
          <a:lstStyle/>
          <a:p>
            <a:pPr algn="l"/>
            <a:r>
              <a:rPr sz="1000" b="0" i="0">
                <a:solidFill>
                  <a:srgbClr val="5A6875"/>
                </a:solidFill>
                <a:latin typeface="Open Sans"/>
              </a:rPr>
              <a:t>One call: 20 × 20 pixels × 8 channels = 3200 outputs (400 vectors). One inner step: 1 vector = 8 outputs.</a:t>
            </a:r>
          </a:p>
        </p:txBody>
      </p:sp>
      <p:sp>
        <p:nvSpPr>
          <p:cNvPr id="24" name="qa-1"/>
          <p:cNvSpPr/>
          <p:nvPr/>
        </p:nvSpPr>
        <p:spPr>
          <a:xfrm>
            <a:off x="4800600" y="2057400"/>
            <a:ext cx="3886200" cy="1005840"/>
          </a:xfrm>
          <a:prstGeom prst="roundRect">
            <a:avLst>
              <a:gd name="adj" fmla="val 8000"/>
            </a:avLst>
          </a:prstGeom>
          <a:solidFill>
            <a:srgbClr val="F8E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919472" y="2130552"/>
            <a:ext cx="3657600" cy="256032"/>
          </a:xfrm>
          <a:prstGeom prst="rect">
            <a:avLst/>
          </a:prstGeom>
          <a:noFill/>
        </p:spPr>
        <p:txBody>
          <a:bodyPr wrap="square" lIns="0" rIns="0" tIns="0" bIns="0" anchor="t">
            <a:spAutoFit/>
          </a:bodyPr>
          <a:lstStyle/>
          <a:p>
            <a:pPr algn="l"/>
            <a:r>
              <a:rPr sz="1250" b="1" i="0">
                <a:solidFill>
                  <a:srgbClr val="BB0027"/>
                </a:solidFill>
                <a:latin typeface="Open Sans"/>
              </a:rPr>
              <a:t>(b) Registers</a:t>
            </a:r>
          </a:p>
        </p:txBody>
      </p:sp>
      <p:sp>
        <p:nvSpPr>
          <p:cNvPr id="26" name="TextBox 25"/>
          <p:cNvSpPr txBox="1"/>
          <p:nvPr/>
        </p:nvSpPr>
        <p:spPr>
          <a:xfrm>
            <a:off x="4919472" y="2404872"/>
            <a:ext cx="3657600" cy="640080"/>
          </a:xfrm>
          <a:prstGeom prst="rect">
            <a:avLst/>
          </a:prstGeom>
          <a:noFill/>
        </p:spPr>
        <p:txBody>
          <a:bodyPr wrap="square" lIns="0" rIns="0" tIns="0" bIns="0" anchor="t">
            <a:spAutoFit/>
          </a:bodyPr>
          <a:lstStyle/>
          <a:p>
            <a:pPr algn="l"/>
            <a:r>
              <a:rPr sz="1000" b="0" i="0">
                <a:solidFill>
                  <a:srgbClr val="5A6875"/>
                </a:solidFill>
                <a:latin typeface="Open Sans"/>
              </a:rPr>
              <a:t>Need 4 of the 16 YMM registers. No accumulation, so latency is hidden by overlapping independent outputs; port 1 is the limit.</a:t>
            </a:r>
          </a:p>
        </p:txBody>
      </p:sp>
      <p:sp>
        <p:nvSpPr>
          <p:cNvPr id="27" name="qa-2"/>
          <p:cNvSpPr/>
          <p:nvPr/>
        </p:nvSpPr>
        <p:spPr>
          <a:xfrm>
            <a:off x="4800600" y="3154680"/>
            <a:ext cx="3886200" cy="1005840"/>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919472" y="3227832"/>
            <a:ext cx="3657600" cy="256032"/>
          </a:xfrm>
          <a:prstGeom prst="rect">
            <a:avLst/>
          </a:prstGeom>
          <a:noFill/>
        </p:spPr>
        <p:txBody>
          <a:bodyPr wrap="square" lIns="0" rIns="0" tIns="0" bIns="0" anchor="t">
            <a:spAutoFit/>
          </a:bodyPr>
          <a:lstStyle/>
          <a:p>
            <a:pPr algn="l"/>
            <a:r>
              <a:rPr sz="1250" b="1" i="0">
                <a:solidFill>
                  <a:srgbClr val="1B2630"/>
                </a:solidFill>
                <a:latin typeface="Open Sans"/>
              </a:rPr>
              <a:t>(c) Allocation</a:t>
            </a:r>
          </a:p>
        </p:txBody>
      </p:sp>
      <p:sp>
        <p:nvSpPr>
          <p:cNvPr id="29" name="TextBox 28"/>
          <p:cNvSpPr txBox="1"/>
          <p:nvPr/>
        </p:nvSpPr>
        <p:spPr>
          <a:xfrm>
            <a:off x="4919472" y="3502152"/>
            <a:ext cx="3657600" cy="640080"/>
          </a:xfrm>
          <a:prstGeom prst="rect">
            <a:avLst/>
          </a:prstGeom>
          <a:noFill/>
        </p:spPr>
        <p:txBody>
          <a:bodyPr wrap="square" lIns="0" rIns="0" tIns="0" bIns="0" anchor="t">
            <a:spAutoFit/>
          </a:bodyPr>
          <a:lstStyle/>
          <a:p>
            <a:pPr algn="l"/>
            <a:r>
              <a:rPr sz="1000" b="0" i="0">
                <a:solidFill>
                  <a:srgbClr val="5A6875"/>
                </a:solidFill>
                <a:latin typeface="Open Sans"/>
              </a:rPr>
              <a:t>Input: 1 register + 2 memory operands. Temporaries: 3 pair maxes. Output: 1 register, stored immediately. Pointers and counters in integer registers.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 register reuse and the code</a:t>
            </a:r>
          </a:p>
        </p:txBody>
      </p:sp>
      <p:sp>
        <p:nvSpPr>
          <p:cNvPr id="3" name="TextBox 2"/>
          <p:cNvSpPr txBox="1"/>
          <p:nvPr/>
        </p:nvSpPr>
        <p:spPr>
          <a:xfrm>
            <a:off x="457200" y="960120"/>
            <a:ext cx="3291840" cy="274320"/>
          </a:xfrm>
          <a:prstGeom prst="rect">
            <a:avLst/>
          </a:prstGeom>
          <a:noFill/>
        </p:spPr>
        <p:txBody>
          <a:bodyPr wrap="square" lIns="0" rIns="0" tIns="0" bIns="0" anchor="t">
            <a:spAutoFit/>
          </a:bodyPr>
          <a:lstStyle/>
          <a:p>
            <a:pPr algn="l"/>
            <a:r>
              <a:rPr sz="1300" b="1" i="0">
                <a:solidFill>
                  <a:srgbClr val="BB0027"/>
                </a:solidFill>
                <a:latin typeface="Open Sans"/>
              </a:rPr>
              <a:t>(d) Reuse</a:t>
            </a:r>
          </a:p>
        </p:txBody>
      </p:sp>
      <p:sp>
        <p:nvSpPr>
          <p:cNvPr id="4" name="reuse-0"/>
          <p:cNvSpPr/>
          <p:nvPr/>
        </p:nvSpPr>
        <p:spPr>
          <a:xfrm>
            <a:off x="457200" y="1280160"/>
            <a:ext cx="3291840" cy="658368"/>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335024"/>
            <a:ext cx="3108960" cy="228600"/>
          </a:xfrm>
          <a:prstGeom prst="rect">
            <a:avLst/>
          </a:prstGeom>
          <a:noFill/>
        </p:spPr>
        <p:txBody>
          <a:bodyPr wrap="square" lIns="0" rIns="0" tIns="0" bIns="0" anchor="t">
            <a:spAutoFit/>
          </a:bodyPr>
          <a:lstStyle/>
          <a:p>
            <a:pPr algn="l"/>
            <a:r>
              <a:rPr sz="1150" b="1" i="0">
                <a:solidFill>
                  <a:srgbClr val="1B2630"/>
                </a:solidFill>
                <a:latin typeface="Open Sans"/>
              </a:rPr>
              <a:t>Pair max P[j]</a:t>
            </a:r>
          </a:p>
        </p:txBody>
      </p:sp>
      <p:sp>
        <p:nvSpPr>
          <p:cNvPr id="6" name="TextBox 5"/>
          <p:cNvSpPr txBox="1"/>
          <p:nvPr/>
        </p:nvSpPr>
        <p:spPr>
          <a:xfrm>
            <a:off x="566928" y="1563624"/>
            <a:ext cx="3108960" cy="384048"/>
          </a:xfrm>
          <a:prstGeom prst="rect">
            <a:avLst/>
          </a:prstGeom>
          <a:noFill/>
        </p:spPr>
        <p:txBody>
          <a:bodyPr wrap="square" lIns="0" rIns="0" tIns="0" bIns="0" anchor="t">
            <a:spAutoFit/>
          </a:bodyPr>
          <a:lstStyle/>
          <a:p>
            <a:pPr algn="l"/>
            <a:r>
              <a:rPr sz="950" b="0" i="0">
                <a:solidFill>
                  <a:srgbClr val="5A6875"/>
                </a:solidFill>
                <a:latin typeface="Open Sans"/>
              </a:rPr>
              <a:t>computed once, used by outputs j and j+2: kept in registers, rotated each step</a:t>
            </a:r>
          </a:p>
        </p:txBody>
      </p:sp>
      <p:sp>
        <p:nvSpPr>
          <p:cNvPr id="7" name="reuse-1"/>
          <p:cNvSpPr/>
          <p:nvPr/>
        </p:nvSpPr>
        <p:spPr>
          <a:xfrm>
            <a:off x="457200" y="2011680"/>
            <a:ext cx="3291840" cy="658368"/>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2066544"/>
            <a:ext cx="3108960" cy="228600"/>
          </a:xfrm>
          <a:prstGeom prst="rect">
            <a:avLst/>
          </a:prstGeom>
          <a:noFill/>
        </p:spPr>
        <p:txBody>
          <a:bodyPr wrap="square" lIns="0" rIns="0" tIns="0" bIns="0" anchor="t">
            <a:spAutoFit/>
          </a:bodyPr>
          <a:lstStyle/>
          <a:p>
            <a:pPr algn="l"/>
            <a:r>
              <a:rPr sz="1150" b="1" i="0">
                <a:solidFill>
                  <a:srgbClr val="1B2630"/>
                </a:solidFill>
                <a:latin typeface="Open Sans"/>
              </a:rPr>
              <a:t>8 channels</a:t>
            </a:r>
          </a:p>
        </p:txBody>
      </p:sp>
      <p:sp>
        <p:nvSpPr>
          <p:cNvPr id="9" name="TextBox 8"/>
          <p:cNvSpPr txBox="1"/>
          <p:nvPr/>
        </p:nvSpPr>
        <p:spPr>
          <a:xfrm>
            <a:off x="566928" y="2295144"/>
            <a:ext cx="3108960" cy="384048"/>
          </a:xfrm>
          <a:prstGeom prst="rect">
            <a:avLst/>
          </a:prstGeom>
          <a:noFill/>
        </p:spPr>
        <p:txBody>
          <a:bodyPr wrap="square" lIns="0" rIns="0" tIns="0" bIns="0" anchor="t">
            <a:spAutoFit/>
          </a:bodyPr>
          <a:lstStyle/>
          <a:p>
            <a:pPr algn="l"/>
            <a:r>
              <a:rPr sz="950" b="0" i="0">
                <a:solidFill>
                  <a:srgbClr val="5A6875"/>
                </a:solidFill>
                <a:latin typeface="Open Sans"/>
              </a:rPr>
              <a:t>one vmaxps = 8 maxes: one instruction serves 8 outputs</a:t>
            </a:r>
          </a:p>
        </p:txBody>
      </p:sp>
      <p:sp>
        <p:nvSpPr>
          <p:cNvPr id="10" name="reuse-2"/>
          <p:cNvSpPr/>
          <p:nvPr/>
        </p:nvSpPr>
        <p:spPr>
          <a:xfrm>
            <a:off x="457200" y="2743200"/>
            <a:ext cx="3291840" cy="658368"/>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798064"/>
            <a:ext cx="3108960" cy="228600"/>
          </a:xfrm>
          <a:prstGeom prst="rect">
            <a:avLst/>
          </a:prstGeom>
          <a:noFill/>
        </p:spPr>
        <p:txBody>
          <a:bodyPr wrap="square" lIns="0" rIns="0" tIns="0" bIns="0" anchor="t">
            <a:spAutoFit/>
          </a:bodyPr>
          <a:lstStyle/>
          <a:p>
            <a:pPr algn="l"/>
            <a:r>
              <a:rPr sz="1150" b="1" i="0">
                <a:solidFill>
                  <a:srgbClr val="1B2630"/>
                </a:solidFill>
                <a:latin typeface="Open Sans"/>
              </a:rPr>
              <a:t>Rows-pass plane</a:t>
            </a:r>
          </a:p>
        </p:txBody>
      </p:sp>
      <p:sp>
        <p:nvSpPr>
          <p:cNvPr id="12" name="TextBox 11"/>
          <p:cNvSpPr txBox="1"/>
          <p:nvPr/>
        </p:nvSpPr>
        <p:spPr>
          <a:xfrm>
            <a:off x="566928" y="3026664"/>
            <a:ext cx="3108960" cy="384048"/>
          </a:xfrm>
          <a:prstGeom prst="rect">
            <a:avLst/>
          </a:prstGeom>
          <a:noFill/>
        </p:spPr>
        <p:txBody>
          <a:bodyPr wrap="square" lIns="0" rIns="0" tIns="0" bIns="0" anchor="t">
            <a:spAutoFit/>
          </a:bodyPr>
          <a:lstStyle/>
          <a:p>
            <a:pPr algn="l"/>
            <a:r>
              <a:rPr sz="950" b="0" i="0">
                <a:solidFill>
                  <a:srgbClr val="5A6875"/>
                </a:solidFill>
                <a:latin typeface="Open Sans"/>
              </a:rPr>
              <a:t>each value read by 5 outputs of the columns pass</a:t>
            </a:r>
          </a:p>
        </p:txBody>
      </p:sp>
      <p:sp>
        <p:nvSpPr>
          <p:cNvPr id="13" name="reuse-3"/>
          <p:cNvSpPr/>
          <p:nvPr/>
        </p:nvSpPr>
        <p:spPr>
          <a:xfrm>
            <a:off x="457200" y="3474720"/>
            <a:ext cx="3291840" cy="658368"/>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3529584"/>
            <a:ext cx="3108960" cy="228600"/>
          </a:xfrm>
          <a:prstGeom prst="rect">
            <a:avLst/>
          </a:prstGeom>
          <a:noFill/>
        </p:spPr>
        <p:txBody>
          <a:bodyPr wrap="square" lIns="0" rIns="0" tIns="0" bIns="0" anchor="t">
            <a:spAutoFit/>
          </a:bodyPr>
          <a:lstStyle/>
          <a:p>
            <a:pPr algn="l"/>
            <a:r>
              <a:rPr sz="1150" b="1" i="0">
                <a:solidFill>
                  <a:srgbClr val="1B2630"/>
                </a:solidFill>
                <a:latin typeface="Open Sans"/>
              </a:rPr>
              <a:t>Per output</a:t>
            </a:r>
          </a:p>
        </p:txBody>
      </p:sp>
      <p:sp>
        <p:nvSpPr>
          <p:cNvPr id="15" name="TextBox 14"/>
          <p:cNvSpPr txBox="1"/>
          <p:nvPr/>
        </p:nvSpPr>
        <p:spPr>
          <a:xfrm>
            <a:off x="566928" y="3758184"/>
            <a:ext cx="3108960" cy="384048"/>
          </a:xfrm>
          <a:prstGeom prst="rect">
            <a:avLst/>
          </a:prstGeom>
          <a:noFill/>
        </p:spPr>
        <p:txBody>
          <a:bodyPr wrap="square" lIns="0" rIns="0" tIns="0" bIns="0" anchor="t">
            <a:spAutoFit/>
          </a:bodyPr>
          <a:lstStyle/>
          <a:p>
            <a:pPr algn="l"/>
            <a:r>
              <a:rPr sz="950" b="0" i="0">
                <a:solidFill>
                  <a:srgbClr val="5A6875"/>
                </a:solidFill>
                <a:latin typeface="Open Sans"/>
              </a:rPr>
              <a:t>3 vmaxps + 3 loads + 1 store per pass; port 1 is the limit</a:t>
            </a:r>
          </a:p>
        </p:txBody>
      </p:sp>
      <p:sp>
        <p:nvSpPr>
          <p:cNvPr id="16" name="TextBox 15"/>
          <p:cNvSpPr txBox="1"/>
          <p:nvPr/>
        </p:nvSpPr>
        <p:spPr>
          <a:xfrm>
            <a:off x="3977639" y="960120"/>
            <a:ext cx="4663440" cy="274320"/>
          </a:xfrm>
          <a:prstGeom prst="rect">
            <a:avLst/>
          </a:prstGeom>
          <a:noFill/>
        </p:spPr>
        <p:txBody>
          <a:bodyPr wrap="square" lIns="0" rIns="0" tIns="0" bIns="0" anchor="t">
            <a:spAutoFit/>
          </a:bodyPr>
          <a:lstStyle/>
          <a:p>
            <a:pPr algn="l"/>
            <a:r>
              <a:rPr sz="1300" b="1" i="0">
                <a:solidFill>
                  <a:srgbClr val="BB0027"/>
                </a:solidFill>
                <a:latin typeface="Open Sans"/>
              </a:rPr>
              <a:t>(e) Implementation, AVX2 intrinsics</a:t>
            </a:r>
          </a:p>
        </p:txBody>
      </p:sp>
      <p:sp>
        <p:nvSpPr>
          <p:cNvPr id="17" name="code"/>
          <p:cNvSpPr/>
          <p:nvPr/>
        </p:nvSpPr>
        <p:spPr>
          <a:xfrm>
            <a:off x="3977639" y="1280160"/>
            <a:ext cx="4709160" cy="2514600"/>
          </a:xfrm>
          <a:prstGeom prst="roundRect">
            <a:avLst>
              <a:gd name="adj" fmla="val 8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69080" y="1335024"/>
            <a:ext cx="4572000" cy="2423160"/>
          </a:xfrm>
          <a:prstGeom prst="rect">
            <a:avLst/>
          </a:prstGeom>
          <a:noFill/>
        </p:spPr>
        <p:txBody>
          <a:bodyPr wrap="square" lIns="0" rIns="0" tIns="0" bIns="0" anchor="t">
            <a:spAutoFit/>
          </a:bodyPr>
          <a:lstStyle/>
          <a:p>
            <a:pPr algn="l"/>
            <a:r>
              <a:rPr sz="750" b="0" i="0">
                <a:solidFill>
                  <a:srgbClr val="1B2630"/>
                </a:solidFill>
                <a:latin typeface="Courier New"/>
              </a:rPr>
              <a:t>// one pass: d[i] = max(s[i-2..i+2]) along a line of n vectors</a:t>
            </a:r>
          </a:p>
          <a:p>
            <a:pPr algn="l">
              <a:spcBef>
                <a:spcPts val="600"/>
              </a:spcBef>
            </a:pPr>
            <a:r>
              <a:rPr sz="750" b="0" i="0">
                <a:solidFill>
                  <a:srgbClr val="1B2630"/>
                </a:solidFill>
                <a:latin typeface="Courier New"/>
              </a:rPr>
              <a:t>d[0] = max(s0,s1,s2);   d[1] = max(s0..s3);     // clamped edges</a:t>
            </a:r>
          </a:p>
          <a:p>
            <a:pPr algn="l">
              <a:spcBef>
                <a:spcPts val="600"/>
              </a:spcBef>
            </a:pPr>
            <a:r>
              <a:rPr sz="750" b="0" i="0">
                <a:solidFill>
                  <a:srgbClr val="1B2630"/>
                </a:solidFill>
                <a:latin typeface="Courier New"/>
              </a:rPr>
              <a:t>p0 = _mm256_max_ps(s[0], s[1]);                 // P[0]</a:t>
            </a:r>
          </a:p>
          <a:p>
            <a:pPr algn="l">
              <a:spcBef>
                <a:spcPts val="600"/>
              </a:spcBef>
            </a:pPr>
            <a:r>
              <a:rPr sz="750" b="0" i="0">
                <a:solidFill>
                  <a:srgbClr val="1B2630"/>
                </a:solidFill>
                <a:latin typeface="Courier New"/>
              </a:rPr>
              <a:t>p1 = _mm256_max_ps(s[1], s[2]);                 // P[1]</a:t>
            </a:r>
          </a:p>
          <a:p>
            <a:pPr algn="l">
              <a:spcBef>
                <a:spcPts val="600"/>
              </a:spcBef>
            </a:pPr>
            <a:r>
              <a:rPr sz="750" b="0" i="0">
                <a:solidFill>
                  <a:srgbClr val="1B2630"/>
                </a:solidFill>
                <a:latin typeface="Courier New"/>
              </a:rPr>
              <a:t>for (i = 2; i &lt; n-2; i++) {</a:t>
            </a:r>
          </a:p>
          <a:p>
            <a:pPr algn="l">
              <a:spcBef>
                <a:spcPts val="600"/>
              </a:spcBef>
            </a:pPr>
            <a:r>
              <a:rPr sz="750" b="0" i="0">
                <a:solidFill>
                  <a:srgbClr val="1B2630"/>
                </a:solidFill>
                <a:latin typeface="Courier New"/>
              </a:rPr>
              <a:t>  x  = _mm256_load_ps(s + 8*i);</a:t>
            </a:r>
          </a:p>
          <a:p>
            <a:pPr algn="l">
              <a:spcBef>
                <a:spcPts val="600"/>
              </a:spcBef>
            </a:pPr>
            <a:r>
              <a:rPr sz="750" b="0" i="0">
                <a:solidFill>
                  <a:srgbClr val="1B2630"/>
                </a:solidFill>
                <a:latin typeface="Courier New"/>
              </a:rPr>
              <a:t>  p2 = _mm256_max_ps(x, s[i+1]);                // P[i]</a:t>
            </a:r>
          </a:p>
          <a:p>
            <a:pPr algn="l">
              <a:spcBef>
                <a:spcPts val="600"/>
              </a:spcBef>
            </a:pPr>
            <a:r>
              <a:rPr sz="750" b="0" i="0">
                <a:solidFill>
                  <a:srgbClr val="1B2630"/>
                </a:solidFill>
                <a:latin typeface="Courier New"/>
              </a:rPr>
              <a:t>  out = _mm256_max_ps(_mm256_max_ps(p0, p2), s[i+2]);</a:t>
            </a:r>
          </a:p>
          <a:p>
            <a:pPr algn="l">
              <a:spcBef>
                <a:spcPts val="600"/>
              </a:spcBef>
            </a:pPr>
            <a:r>
              <a:rPr sz="750" b="0" i="0">
                <a:solidFill>
                  <a:srgbClr val="1B2630"/>
                </a:solidFill>
                <a:latin typeface="Courier New"/>
              </a:rPr>
              <a:t>  _mm256_store_ps(d + 8*i, out);</a:t>
            </a:r>
          </a:p>
          <a:p>
            <a:pPr algn="l">
              <a:spcBef>
                <a:spcPts val="600"/>
              </a:spcBef>
            </a:pPr>
            <a:r>
              <a:rPr sz="750" b="0" i="0">
                <a:solidFill>
                  <a:srgbClr val="1B2630"/>
                </a:solidFill>
                <a:latin typeface="Courier New"/>
              </a:rPr>
              <a:t>  p0 = p1;  p1 = p2;                            // rotate</a:t>
            </a:r>
          </a:p>
          <a:p>
            <a:pPr algn="l">
              <a:spcBef>
                <a:spcPts val="600"/>
              </a:spcBef>
            </a:pPr>
            <a:r>
              <a:rPr sz="750" b="0" i="0">
                <a:solidFill>
                  <a:srgbClr val="1B2630"/>
                </a:solidFill>
                <a:latin typeface="Courier New"/>
              </a:rPr>
              <a:t>}</a:t>
            </a:r>
          </a:p>
          <a:p>
            <a:pPr algn="l">
              <a:spcBef>
                <a:spcPts val="600"/>
              </a:spcBef>
            </a:pPr>
            <a:r>
              <a:rPr sz="750" b="0" i="0">
                <a:solidFill>
                  <a:srgbClr val="1B2630"/>
                </a:solidFill>
                <a:latin typeface="Courier New"/>
              </a:rPr>
              <a:t>d[n-2], d[n-1]: clamped edges;  plane: rows (in→tmp), columns (tmp→out)</a:t>
            </a:r>
          </a:p>
        </p:txBody>
      </p:sp>
      <p:sp>
        <p:nvSpPr>
          <p:cNvPr id="19" name="TextBox 18"/>
          <p:cNvSpPr txBox="1"/>
          <p:nvPr/>
        </p:nvSpPr>
        <p:spPr>
          <a:xfrm>
            <a:off x="3977639" y="3858768"/>
            <a:ext cx="4709160" cy="365760"/>
          </a:xfrm>
          <a:prstGeom prst="rect">
            <a:avLst/>
          </a:prstGeom>
          <a:noFill/>
        </p:spPr>
        <p:txBody>
          <a:bodyPr wrap="square" lIns="0" rIns="0" tIns="0" bIns="0" anchor="t">
            <a:spAutoFit/>
          </a:bodyPr>
          <a:lstStyle/>
          <a:p>
            <a:pPr algn="l"/>
            <a:r>
              <a:rPr sz="900" b="0" i="0">
                <a:solidFill>
                  <a:srgbClr val="5A6875"/>
                </a:solidFill>
                <a:latin typeface="Open Sans"/>
              </a:rPr>
              <a:t>Layout: NCHW8c, 8 channels of a pixel = 32 contiguous bytes = one aligned load. Padding acts as −∞ (input is after SiLU and can be negative).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Alone on ece028: 86% of the port-1 peak</a:t>
            </a:r>
          </a:p>
        </p:txBody>
      </p:sp>
      <p:pic>
        <p:nvPicPr>
          <p:cNvPr id="3" name="Picture 2" descr="pool_ukr_sweep_v2_cycles.png"/>
          <p:cNvPicPr>
            <a:picLocks noChangeAspect="1"/>
          </p:cNvPicPr>
          <p:nvPr/>
        </p:nvPicPr>
        <p:blipFill>
          <a:blip r:embed="rId3"/>
          <a:stretch>
            <a:fillRect/>
          </a:stretch>
        </p:blipFill>
        <p:spPr>
          <a:xfrm>
            <a:off x="457200" y="914400"/>
            <a:ext cx="4994031" cy="3246120"/>
          </a:xfrm>
          <a:prstGeom prst="rect">
            <a:avLst/>
          </a:prstGeom>
        </p:spPr>
      </p:pic>
      <p:sp>
        <p:nvSpPr>
          <p:cNvPr id="4" name="TextBox 3"/>
          <p:cNvSpPr txBox="1"/>
          <p:nvPr/>
        </p:nvSpPr>
        <p:spPr>
          <a:xfrm>
            <a:off x="6263640" y="914400"/>
            <a:ext cx="2468880" cy="548640"/>
          </a:xfrm>
          <a:prstGeom prst="rect">
            <a:avLst/>
          </a:prstGeom>
          <a:noFill/>
        </p:spPr>
        <p:txBody>
          <a:bodyPr wrap="square" lIns="0" rIns="0" tIns="0" bIns="0" anchor="t">
            <a:spAutoFit/>
          </a:bodyPr>
          <a:lstStyle/>
          <a:p>
            <a:pPr algn="l"/>
            <a:r>
              <a:rPr sz="3000" b="1" i="0">
                <a:solidFill>
                  <a:srgbClr val="BB0027"/>
                </a:solidFill>
                <a:latin typeface="Open Sans"/>
              </a:rPr>
              <a:t>86%</a:t>
            </a:r>
          </a:p>
        </p:txBody>
      </p:sp>
      <p:sp>
        <p:nvSpPr>
          <p:cNvPr id="5" name="TextBox 4"/>
          <p:cNvSpPr txBox="1"/>
          <p:nvPr/>
        </p:nvSpPr>
        <p:spPr>
          <a:xfrm>
            <a:off x="6263640" y="1481328"/>
            <a:ext cx="2468880" cy="548640"/>
          </a:xfrm>
          <a:prstGeom prst="rect">
            <a:avLst/>
          </a:prstGeom>
          <a:noFill/>
        </p:spPr>
        <p:txBody>
          <a:bodyPr wrap="square" lIns="0" rIns="0" tIns="0" bIns="0" anchor="t">
            <a:spAutoFit/>
          </a:bodyPr>
          <a:lstStyle/>
          <a:p>
            <a:pPr algn="l"/>
            <a:r>
              <a:rPr sz="1200" b="0" i="0">
                <a:solidFill>
                  <a:srgbClr val="5A6875"/>
                </a:solidFill>
                <a:latin typeface="Open Sans"/>
              </a:rPr>
              <a:t>of the port-1 peak at 20×20 (0.86 vmaxps/cycle)</a:t>
            </a:r>
          </a:p>
        </p:txBody>
      </p:sp>
      <p:sp>
        <p:nvSpPr>
          <p:cNvPr id="6" name="TextBox 5"/>
          <p:cNvSpPr txBox="1"/>
          <p:nvPr/>
        </p:nvSpPr>
        <p:spPr>
          <a:xfrm>
            <a:off x="6263640" y="1965960"/>
            <a:ext cx="2468880" cy="548640"/>
          </a:xfrm>
          <a:prstGeom prst="rect">
            <a:avLst/>
          </a:prstGeom>
          <a:noFill/>
        </p:spPr>
        <p:txBody>
          <a:bodyPr wrap="square" lIns="0" rIns="0" tIns="0" bIns="0" anchor="t">
            <a:spAutoFit/>
          </a:bodyPr>
          <a:lstStyle/>
          <a:p>
            <a:pPr algn="l"/>
            <a:r>
              <a:rPr sz="3000" b="1" i="0">
                <a:solidFill>
                  <a:srgbClr val="0C6A87"/>
                </a:solidFill>
                <a:latin typeface="Open Sans"/>
              </a:rPr>
              <a:t>6.94</a:t>
            </a:r>
          </a:p>
        </p:txBody>
      </p:sp>
      <p:sp>
        <p:nvSpPr>
          <p:cNvPr id="7" name="TextBox 6"/>
          <p:cNvSpPr txBox="1"/>
          <p:nvPr/>
        </p:nvSpPr>
        <p:spPr>
          <a:xfrm>
            <a:off x="6263640" y="2532888"/>
            <a:ext cx="2468880" cy="548640"/>
          </a:xfrm>
          <a:prstGeom prst="rect">
            <a:avLst/>
          </a:prstGeom>
          <a:noFill/>
        </p:spPr>
        <p:txBody>
          <a:bodyPr wrap="square" lIns="0" rIns="0" tIns="0" bIns="0" anchor="t">
            <a:spAutoFit/>
          </a:bodyPr>
          <a:lstStyle/>
          <a:p>
            <a:pPr algn="l"/>
            <a:r>
              <a:rPr sz="1200" b="0" i="0">
                <a:solidFill>
                  <a:srgbClr val="5A6875"/>
                </a:solidFill>
                <a:latin typeface="Open Sans"/>
              </a:rPr>
              <a:t>cycles per output vector (floor 6.0)</a:t>
            </a:r>
          </a:p>
        </p:txBody>
      </p:sp>
      <p:sp>
        <p:nvSpPr>
          <p:cNvPr id="8" name="TextBox 7"/>
          <p:cNvSpPr txBox="1"/>
          <p:nvPr/>
        </p:nvSpPr>
        <p:spPr>
          <a:xfrm>
            <a:off x="6263640" y="3017520"/>
            <a:ext cx="2468880" cy="548640"/>
          </a:xfrm>
          <a:prstGeom prst="rect">
            <a:avLst/>
          </a:prstGeom>
          <a:noFill/>
        </p:spPr>
        <p:txBody>
          <a:bodyPr wrap="square" lIns="0" rIns="0" tIns="0" bIns="0" anchor="t">
            <a:spAutoFit/>
          </a:bodyPr>
          <a:lstStyle/>
          <a:p>
            <a:pPr algn="l"/>
            <a:r>
              <a:rPr sz="3000" b="1" i="0">
                <a:solidFill>
                  <a:srgbClr val="6B7782"/>
                </a:solidFill>
                <a:latin typeface="Open Sans"/>
              </a:rPr>
              <a:t>0 error</a:t>
            </a:r>
          </a:p>
        </p:txBody>
      </p:sp>
      <p:sp>
        <p:nvSpPr>
          <p:cNvPr id="9" name="TextBox 8"/>
          <p:cNvSpPr txBox="1"/>
          <p:nvPr/>
        </p:nvSpPr>
        <p:spPr>
          <a:xfrm>
            <a:off x="6263640" y="3584448"/>
            <a:ext cx="2468880" cy="548640"/>
          </a:xfrm>
          <a:prstGeom prst="rect">
            <a:avLst/>
          </a:prstGeom>
          <a:noFill/>
        </p:spPr>
        <p:txBody>
          <a:bodyPr wrap="square" lIns="0" rIns="0" tIns="0" bIns="0" anchor="t">
            <a:spAutoFit/>
          </a:bodyPr>
          <a:lstStyle/>
          <a:p>
            <a:pPr algn="l"/>
            <a:r>
              <a:rPr sz="1200" b="0" i="0">
                <a:solidFill>
                  <a:srgbClr val="5A6875"/>
                </a:solidFill>
                <a:latin typeface="Open Sans"/>
              </a:rPr>
              <a:t>vs scalar 5×5 max and OpenCV's model.9 outputs</a:t>
            </a:r>
          </a:p>
        </p:txBody>
      </p:sp>
    </p:spTree>
  </p:cSld>
  <p:clrMapOvr>
    <a:masterClrMapping/>
  </p:clrMapOvr>
</p:sld>
</file>

<file path=ppt/theme/theme1.xml><?xml version="1.0" encoding="utf-8"?>
<a:theme xmlns:a="http://schemas.openxmlformats.org/drawingml/2006/main" xmlns:r="http://schemas.openxmlformats.org/officeDocument/2006/relationships" name="CMU PPT Theme">
  <a:themeElements>
    <a:clrScheme name="Custom 1">
      <a:dk1>
        <a:srgbClr val="000000"/>
      </a:dk1>
      <a:lt1>
        <a:srgbClr val="FFFFFF"/>
      </a:lt1>
      <a:dk2>
        <a:srgbClr val="75787B"/>
      </a:dk2>
      <a:lt2>
        <a:srgbClr val="C8C9C7"/>
      </a:lt2>
      <a:accent1>
        <a:srgbClr val="BB0000"/>
      </a:accent1>
      <a:accent2>
        <a:srgbClr val="75787B"/>
      </a:accent2>
      <a:accent3>
        <a:srgbClr val="00833C"/>
      </a:accent3>
      <a:accent4>
        <a:srgbClr val="F2A900"/>
      </a:accent4>
      <a:accent5>
        <a:srgbClr val="002C71"/>
      </a:accent5>
      <a:accent6>
        <a:srgbClr val="C8C9C7"/>
      </a:accent6>
      <a:hlink>
        <a:srgbClr val="BB0000"/>
      </a:hlink>
      <a:folHlink>
        <a:srgbClr val="82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