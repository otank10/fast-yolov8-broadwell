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Helvetica Neue Light"/>
      <p:regular r:id="rId8"/>
      <p:bold r:id="rId9"/>
      <p:italic r:id="rId10"/>
      <p:boldItalic r:id="rId11"/>
    </p:embeddedFont>
    <p:embeddedFont>
      <p:font typeface="Open Sans Light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Light-boldItalic.fntdata"/><Relationship Id="rId10" Type="http://schemas.openxmlformats.org/officeDocument/2006/relationships/font" Target="fonts/HelveticaNeueLight-italic.fntdata"/><Relationship Id="rId13" Type="http://schemas.openxmlformats.org/officeDocument/2006/relationships/font" Target="fonts/OpenSansLight-bold.fntdata"/><Relationship Id="rId12" Type="http://schemas.openxmlformats.org/officeDocument/2006/relationships/font" Target="fonts/OpenSans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HelveticaNeueLight-bold.fntdata"/><Relationship Id="rId15" Type="http://schemas.openxmlformats.org/officeDocument/2006/relationships/font" Target="fonts/OpenSansLight-boldItalic.fntdata"/><Relationship Id="rId14" Type="http://schemas.openxmlformats.org/officeDocument/2006/relationships/font" Target="fonts/OpenSansLight-italic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font" Target="fonts/HelveticaNeue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title: 40 pt. Arial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Presenter Name: 16 pt. Arial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Presenters Title: 16 pt. Arial Italic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23" name="Google Shape;23;p2"/>
          <p:cNvPicPr preferRelativeResize="0"/>
          <p:nvPr/>
        </p:nvPicPr>
        <p:blipFill rotWithShape="1">
          <a:blip r:embed="rId3">
            <a:alphaModFix/>
          </a:blip>
          <a:srcRect b="1990" l="84737" r="4771" t="23988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26" name="Google Shape;26;p2"/>
          <p:cNvPicPr preferRelativeResize="0"/>
          <p:nvPr/>
        </p:nvPicPr>
        <p:blipFill rotWithShape="1">
          <a:blip r:embed="rId3">
            <a:alphaModFix/>
          </a:blip>
          <a:srcRect b="1990" l="84737" r="4771" t="23988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>
  <p:cSld name="1 Colum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>
  <p:cSld name="2 Colum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">
  <p:cSld name="4 Colum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4" type="body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Plaid-Digital_FINAL-NEW.png" id="10" name="Google Shape;10;p1"/>
          <p:cNvPicPr preferRelativeResize="0"/>
          <p:nvPr/>
        </p:nvPicPr>
        <p:blipFill rotWithShape="1">
          <a:blip r:embed="rId1">
            <a:alphaModFix/>
          </a:blip>
          <a:srcRect b="2893" l="59550" r="39888" t="20876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11" name="Google Shape;11;p1"/>
          <p:cNvPicPr preferRelativeResize="0"/>
          <p:nvPr/>
        </p:nvPicPr>
        <p:blipFill rotWithShape="1">
          <a:blip r:embed="rId1">
            <a:alphaModFix/>
          </a:blip>
          <a:srcRect b="2893" l="59550" r="39888" t="20876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2639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2639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b="0" i="1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2639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2639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b="0" i="1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9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9"/>
          <p:cNvSpPr txBox="1"/>
          <p:nvPr/>
        </p:nvSpPr>
        <p:spPr>
          <a:xfrm>
            <a:off x="2133600" y="2038350"/>
            <a:ext cx="518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" lvl="0" marL="31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Click to Edit Presentation Title</a:t>
            </a:r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" lvl="0" marL="31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Click to edit Presenter Name</a:t>
            </a:r>
            <a:endParaRPr/>
          </a:p>
          <a:p>
            <a:pPr indent="-3175" lvl="0" marL="3175" marR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Presenter Title</a:t>
            </a:r>
            <a:endParaRPr/>
          </a:p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727448" y="1212300"/>
            <a:ext cx="39594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